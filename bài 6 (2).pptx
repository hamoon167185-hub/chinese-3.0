
<file path=[Content_Types].xml><?xml version="1.0" encoding="utf-8"?>
<Types xmlns="http://schemas.openxmlformats.org/package/2006/content-types">
  <Default Extension="jpeg" ContentType="image/jpeg"/>
  <Default Extension="JPG" ContentType="image/.jpg"/>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309" r:id="rId39"/>
    <p:sldId id="291" r:id="rId40"/>
    <p:sldId id="312" r:id="rId41"/>
    <p:sldId id="311" r:id="rId42"/>
    <p:sldId id="292" r:id="rId43"/>
    <p:sldId id="293" r:id="rId44"/>
    <p:sldId id="294" r:id="rId45"/>
    <p:sldId id="295" r:id="rId46"/>
    <p:sldId id="297" r:id="rId47"/>
    <p:sldId id="296" r:id="rId48"/>
    <p:sldId id="298" r:id="rId49"/>
    <p:sldId id="299" r:id="rId50"/>
    <p:sldId id="300" r:id="rId51"/>
    <p:sldId id="301" r:id="rId52"/>
    <p:sldId id="302" r:id="rId53"/>
    <p:sldId id="303" r:id="rId54"/>
    <p:sldId id="304" r:id="rId55"/>
    <p:sldId id="305" r:id="rId56"/>
    <p:sldId id="306" r:id="rId57"/>
    <p:sldId id="307" r:id="rId58"/>
    <p:sldId id="308" r:id="rId5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B6170-AF40-4580-B3EE-5425D5FEA18A}" styleName="Table_0">
    <a:wholeTbl>
      <a:tcTxStyle>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Style>
        <a:tcBdr/>
        <a:fill>
          <a:solidFill>
            <a:srgbClr val="CDD4EA"/>
          </a:solidFill>
        </a:fill>
      </a:tcStyle>
    </a:band1H>
    <a:band2H>
      <a:tcStyle>
        <a:tcBdr/>
      </a:tcStyle>
    </a:band2H>
    <a:band1V>
      <a:tcStyle>
        <a:tcBdr/>
        <a:fill>
          <a:solidFill>
            <a:srgbClr val="CDD4EA"/>
          </a:solidFill>
        </a:fill>
      </a:tcStyle>
    </a:band1V>
    <a:band2V>
      <a:tcStyle>
        <a:tcBdr/>
      </a:tcStyle>
    </a:band2V>
    <a:lastCol>
      <a:tcTxStyle b="on">
        <a:font>
          <a:latin typeface="Calibri"/>
          <a:ea typeface="Calibri"/>
          <a:cs typeface="Calibri"/>
        </a:font>
        <a:schemeClr val="lt1"/>
      </a:tcTxStyle>
      <a:tcStyle>
        <a:tcBdr/>
        <a:fill>
          <a:solidFill>
            <a:schemeClr val="accent1"/>
          </a:solidFill>
        </a:fill>
      </a:tcStyle>
    </a:lastCol>
    <a:firstCol>
      <a:tcTxStyle b="on">
        <a:font>
          <a:latin typeface="Calibri"/>
          <a:ea typeface="Calibri"/>
          <a:cs typeface="Calibri"/>
        </a:font>
        <a:schemeClr val="lt1"/>
      </a:tcTxStyle>
      <a:tcStyle>
        <a:tcBdr/>
        <a:fill>
          <a:solidFill>
            <a:schemeClr val="accent1"/>
          </a:solidFill>
        </a:fill>
      </a:tcStyle>
    </a:firstCol>
    <a:lastRow>
      <a:tcTxStyle b="on">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 name="Shape 84"/>
        <p:cNvGrpSpPr/>
        <p:nvPr/>
      </p:nvGrpSpPr>
      <p:grpSpPr>
        <a:xfrm>
          <a:off x="0" y="0"/>
          <a:ext cx="0" cy="0"/>
          <a:chOff x="0" y="0"/>
          <a:chExt cx="0" cy="0"/>
        </a:xfrm>
      </p:grpSpPr>
      <p:sp>
        <p:nvSpPr>
          <p:cNvPr id="85" name="Google Shape;85;p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6" name="Google Shape;86;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8" name="Shape 88"/>
        <p:cNvGrpSpPr/>
        <p:nvPr/>
      </p:nvGrpSpPr>
      <p:grpSpPr>
        <a:xfrm>
          <a:off x="0" y="0"/>
          <a:ext cx="0" cy="0"/>
          <a:chOff x="0" y="0"/>
          <a:chExt cx="0" cy="0"/>
        </a:xfrm>
      </p:grpSpPr>
      <p:sp>
        <p:nvSpPr>
          <p:cNvPr id="89" name="Google Shape;89;p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1" name="Google Shape;91;p2: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4" name="Shape 114"/>
        <p:cNvGrpSpPr/>
        <p:nvPr/>
      </p:nvGrpSpPr>
      <p:grpSpPr>
        <a:xfrm>
          <a:off x="0" y="0"/>
          <a:ext cx="0" cy="0"/>
          <a:chOff x="0" y="0"/>
          <a:chExt cx="0" cy="0"/>
        </a:xfrm>
      </p:grpSpPr>
      <p:sp>
        <p:nvSpPr>
          <p:cNvPr id="115" name="Google Shape;115;p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7" name="Google Shape;117;p3: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panose="020F0502020204030204"/>
              <a:buNone/>
            </a:pPr>
            <a:fld id="{00000000-1234-1234-1234-123412341234}" type="slidenum">
              <a:rPr lang="en-US" sz="1200" b="0" i="0" u="none" strike="noStrike" cap="none">
                <a:solidFill>
                  <a:srgbClr val="000000"/>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0" name="Shape 140"/>
        <p:cNvGrpSpPr/>
        <p:nvPr/>
      </p:nvGrpSpPr>
      <p:grpSpPr>
        <a:xfrm>
          <a:off x="0" y="0"/>
          <a:ext cx="0" cy="0"/>
          <a:chOff x="0" y="0"/>
          <a:chExt cx="0" cy="0"/>
        </a:xfrm>
      </p:grpSpPr>
      <p:sp>
        <p:nvSpPr>
          <p:cNvPr id="141" name="Google Shape;141;p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2" name="Google Shape;142;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7" name="Shape 147"/>
        <p:cNvGrpSpPr/>
        <p:nvPr/>
      </p:nvGrpSpPr>
      <p:grpSpPr>
        <a:xfrm>
          <a:off x="0" y="0"/>
          <a:ext cx="0" cy="0"/>
          <a:chOff x="0" y="0"/>
          <a:chExt cx="0" cy="0"/>
        </a:xfrm>
      </p:grpSpPr>
      <p:sp>
        <p:nvSpPr>
          <p:cNvPr id="148" name="Google Shape;148;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9" name="Google Shape;149;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3" name="Shape 163"/>
        <p:cNvGrpSpPr/>
        <p:nvPr/>
      </p:nvGrpSpPr>
      <p:grpSpPr>
        <a:xfrm>
          <a:off x="0" y="0"/>
          <a:ext cx="0" cy="0"/>
          <a:chOff x="0" y="0"/>
          <a:chExt cx="0" cy="0"/>
        </a:xfrm>
      </p:grpSpPr>
      <p:sp>
        <p:nvSpPr>
          <p:cNvPr id="164" name="Google Shape;164;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6" name="Google Shape;166;p6: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2" name="Shape 182"/>
        <p:cNvGrpSpPr/>
        <p:nvPr/>
      </p:nvGrpSpPr>
      <p:grpSpPr>
        <a:xfrm>
          <a:off x="0" y="0"/>
          <a:ext cx="0" cy="0"/>
          <a:chOff x="0" y="0"/>
          <a:chExt cx="0" cy="0"/>
        </a:xfrm>
      </p:grpSpPr>
      <p:sp>
        <p:nvSpPr>
          <p:cNvPr id="183" name="Google Shape;183;p7: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4" name="Google Shape;184;p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1" name="Shape 201"/>
        <p:cNvGrpSpPr/>
        <p:nvPr/>
      </p:nvGrpSpPr>
      <p:grpSpPr>
        <a:xfrm>
          <a:off x="0" y="0"/>
          <a:ext cx="0" cy="0"/>
          <a:chOff x="0" y="0"/>
          <a:chExt cx="0" cy="0"/>
        </a:xfrm>
      </p:grpSpPr>
      <p:sp>
        <p:nvSpPr>
          <p:cNvPr id="202" name="Google Shape;202;p8: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03" name="Google Shape;203;p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3" name="Shape 223"/>
        <p:cNvGrpSpPr/>
        <p:nvPr/>
      </p:nvGrpSpPr>
      <p:grpSpPr>
        <a:xfrm>
          <a:off x="0" y="0"/>
          <a:ext cx="0" cy="0"/>
          <a:chOff x="0" y="0"/>
          <a:chExt cx="0" cy="0"/>
        </a:xfrm>
      </p:grpSpPr>
      <p:sp>
        <p:nvSpPr>
          <p:cNvPr id="224" name="Google Shape;224;p9: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25" name="Google Shape;225;p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3" name="Shape 243"/>
        <p:cNvGrpSpPr/>
        <p:nvPr/>
      </p:nvGrpSpPr>
      <p:grpSpPr>
        <a:xfrm>
          <a:off x="0" y="0"/>
          <a:ext cx="0" cy="0"/>
          <a:chOff x="0" y="0"/>
          <a:chExt cx="0" cy="0"/>
        </a:xfrm>
      </p:grpSpPr>
      <p:sp>
        <p:nvSpPr>
          <p:cNvPr id="244" name="Google Shape;244;p10: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45" name="Google Shape;245;p1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3" name="Shape 263"/>
        <p:cNvGrpSpPr/>
        <p:nvPr/>
      </p:nvGrpSpPr>
      <p:grpSpPr>
        <a:xfrm>
          <a:off x="0" y="0"/>
          <a:ext cx="0" cy="0"/>
          <a:chOff x="0" y="0"/>
          <a:chExt cx="0" cy="0"/>
        </a:xfrm>
      </p:grpSpPr>
      <p:sp>
        <p:nvSpPr>
          <p:cNvPr id="264" name="Google Shape;264;p1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5" name="Google Shape;265;p1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66" name="Google Shape;266;p11: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5" name="Shape 285"/>
        <p:cNvGrpSpPr/>
        <p:nvPr/>
      </p:nvGrpSpPr>
      <p:grpSpPr>
        <a:xfrm>
          <a:off x="0" y="0"/>
          <a:ext cx="0" cy="0"/>
          <a:chOff x="0" y="0"/>
          <a:chExt cx="0" cy="0"/>
        </a:xfrm>
      </p:grpSpPr>
      <p:sp>
        <p:nvSpPr>
          <p:cNvPr id="286" name="Google Shape;286;p1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87" name="Google Shape;287;p1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5" name="Shape 305"/>
        <p:cNvGrpSpPr/>
        <p:nvPr/>
      </p:nvGrpSpPr>
      <p:grpSpPr>
        <a:xfrm>
          <a:off x="0" y="0"/>
          <a:ext cx="0" cy="0"/>
          <a:chOff x="0" y="0"/>
          <a:chExt cx="0" cy="0"/>
        </a:xfrm>
      </p:grpSpPr>
      <p:sp>
        <p:nvSpPr>
          <p:cNvPr id="306" name="Google Shape;306;p1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07" name="Google Shape;307;p1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5" name="Shape 325"/>
        <p:cNvGrpSpPr/>
        <p:nvPr/>
      </p:nvGrpSpPr>
      <p:grpSpPr>
        <a:xfrm>
          <a:off x="0" y="0"/>
          <a:ext cx="0" cy="0"/>
          <a:chOff x="0" y="0"/>
          <a:chExt cx="0" cy="0"/>
        </a:xfrm>
      </p:grpSpPr>
      <p:sp>
        <p:nvSpPr>
          <p:cNvPr id="326" name="Google Shape;326;p1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27" name="Google Shape;327;p1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5" name="Shape 345"/>
        <p:cNvGrpSpPr/>
        <p:nvPr/>
      </p:nvGrpSpPr>
      <p:grpSpPr>
        <a:xfrm>
          <a:off x="0" y="0"/>
          <a:ext cx="0" cy="0"/>
          <a:chOff x="0" y="0"/>
          <a:chExt cx="0" cy="0"/>
        </a:xfrm>
      </p:grpSpPr>
      <p:sp>
        <p:nvSpPr>
          <p:cNvPr id="346" name="Google Shape;346;p1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47" name="Google Shape;347;p1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6" name="Shape 356"/>
        <p:cNvGrpSpPr/>
        <p:nvPr/>
      </p:nvGrpSpPr>
      <p:grpSpPr>
        <a:xfrm>
          <a:off x="0" y="0"/>
          <a:ext cx="0" cy="0"/>
          <a:chOff x="0" y="0"/>
          <a:chExt cx="0" cy="0"/>
        </a:xfrm>
      </p:grpSpPr>
      <p:sp>
        <p:nvSpPr>
          <p:cNvPr id="357" name="Google Shape;357;p1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58" name="Google Shape;358;p1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6" name="Shape 386"/>
        <p:cNvGrpSpPr/>
        <p:nvPr/>
      </p:nvGrpSpPr>
      <p:grpSpPr>
        <a:xfrm>
          <a:off x="0" y="0"/>
          <a:ext cx="0" cy="0"/>
          <a:chOff x="0" y="0"/>
          <a:chExt cx="0" cy="0"/>
        </a:xfrm>
      </p:grpSpPr>
      <p:sp>
        <p:nvSpPr>
          <p:cNvPr id="387" name="Google Shape;387;p17: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88" name="Google Shape;388;p1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6" name="Shape 416"/>
        <p:cNvGrpSpPr/>
        <p:nvPr/>
      </p:nvGrpSpPr>
      <p:grpSpPr>
        <a:xfrm>
          <a:off x="0" y="0"/>
          <a:ext cx="0" cy="0"/>
          <a:chOff x="0" y="0"/>
          <a:chExt cx="0" cy="0"/>
        </a:xfrm>
      </p:grpSpPr>
      <p:sp>
        <p:nvSpPr>
          <p:cNvPr id="417" name="Google Shape;417;p18: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18" name="Google Shape;418;p1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7" name="Shape 427"/>
        <p:cNvGrpSpPr/>
        <p:nvPr/>
      </p:nvGrpSpPr>
      <p:grpSpPr>
        <a:xfrm>
          <a:off x="0" y="0"/>
          <a:ext cx="0" cy="0"/>
          <a:chOff x="0" y="0"/>
          <a:chExt cx="0" cy="0"/>
        </a:xfrm>
      </p:grpSpPr>
      <p:sp>
        <p:nvSpPr>
          <p:cNvPr id="428" name="Google Shape;428;p19: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29" name="Google Shape;429;p1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434" name="Shape 434"/>
        <p:cNvGrpSpPr/>
        <p:nvPr/>
      </p:nvGrpSpPr>
      <p:grpSpPr>
        <a:xfrm>
          <a:off x="0" y="0"/>
          <a:ext cx="0" cy="0"/>
          <a:chOff x="0" y="0"/>
          <a:chExt cx="0" cy="0"/>
        </a:xfrm>
      </p:grpSpPr>
      <p:sp>
        <p:nvSpPr>
          <p:cNvPr id="435" name="Google Shape;435;p20: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36" name="Google Shape;436;p2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50" name="Shape 450"/>
        <p:cNvGrpSpPr/>
        <p:nvPr/>
      </p:nvGrpSpPr>
      <p:grpSpPr>
        <a:xfrm>
          <a:off x="0" y="0"/>
          <a:ext cx="0" cy="0"/>
          <a:chOff x="0" y="0"/>
          <a:chExt cx="0" cy="0"/>
        </a:xfrm>
      </p:grpSpPr>
      <p:sp>
        <p:nvSpPr>
          <p:cNvPr id="451" name="Google Shape;451;p2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52" name="Google Shape;452;p2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68" name="Shape 468"/>
        <p:cNvGrpSpPr/>
        <p:nvPr/>
      </p:nvGrpSpPr>
      <p:grpSpPr>
        <a:xfrm>
          <a:off x="0" y="0"/>
          <a:ext cx="0" cy="0"/>
          <a:chOff x="0" y="0"/>
          <a:chExt cx="0" cy="0"/>
        </a:xfrm>
      </p:grpSpPr>
      <p:sp>
        <p:nvSpPr>
          <p:cNvPr id="469" name="Google Shape;469;p2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70" name="Google Shape;470;p2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8" name="Shape 488"/>
        <p:cNvGrpSpPr/>
        <p:nvPr/>
      </p:nvGrpSpPr>
      <p:grpSpPr>
        <a:xfrm>
          <a:off x="0" y="0"/>
          <a:ext cx="0" cy="0"/>
          <a:chOff x="0" y="0"/>
          <a:chExt cx="0" cy="0"/>
        </a:xfrm>
      </p:grpSpPr>
      <p:sp>
        <p:nvSpPr>
          <p:cNvPr id="489" name="Google Shape;489;p2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0" name="Google Shape;490;p2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91" name="Google Shape;491;p23: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panose="020F0502020204030204"/>
              <a:buNone/>
            </a:pPr>
            <a:fld id="{00000000-1234-1234-1234-123412341234}" type="slidenum">
              <a:rPr lang="en-US" sz="1200" b="0" i="0" u="none" strike="noStrike" cap="none">
                <a:solidFill>
                  <a:srgbClr val="000000"/>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1" name="Shape 511"/>
        <p:cNvGrpSpPr/>
        <p:nvPr/>
      </p:nvGrpSpPr>
      <p:grpSpPr>
        <a:xfrm>
          <a:off x="0" y="0"/>
          <a:ext cx="0" cy="0"/>
          <a:chOff x="0" y="0"/>
          <a:chExt cx="0" cy="0"/>
        </a:xfrm>
      </p:grpSpPr>
      <p:sp>
        <p:nvSpPr>
          <p:cNvPr id="512" name="Google Shape;512;p2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13" name="Google Shape;513;p2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2" name="Shape 522"/>
        <p:cNvGrpSpPr/>
        <p:nvPr/>
      </p:nvGrpSpPr>
      <p:grpSpPr>
        <a:xfrm>
          <a:off x="0" y="0"/>
          <a:ext cx="0" cy="0"/>
          <a:chOff x="0" y="0"/>
          <a:chExt cx="0" cy="0"/>
        </a:xfrm>
      </p:grpSpPr>
      <p:sp>
        <p:nvSpPr>
          <p:cNvPr id="523" name="Google Shape;523;p2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24" name="Google Shape;524;p2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9" name="Shape 559"/>
        <p:cNvGrpSpPr/>
        <p:nvPr/>
      </p:nvGrpSpPr>
      <p:grpSpPr>
        <a:xfrm>
          <a:off x="0" y="0"/>
          <a:ext cx="0" cy="0"/>
          <a:chOff x="0" y="0"/>
          <a:chExt cx="0" cy="0"/>
        </a:xfrm>
      </p:grpSpPr>
      <p:sp>
        <p:nvSpPr>
          <p:cNvPr id="560" name="Google Shape;560;p2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61" name="Google Shape;561;p2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88" name="Shape 588"/>
        <p:cNvGrpSpPr/>
        <p:nvPr/>
      </p:nvGrpSpPr>
      <p:grpSpPr>
        <a:xfrm>
          <a:off x="0" y="0"/>
          <a:ext cx="0" cy="0"/>
          <a:chOff x="0" y="0"/>
          <a:chExt cx="0" cy="0"/>
        </a:xfrm>
      </p:grpSpPr>
      <p:sp>
        <p:nvSpPr>
          <p:cNvPr id="589" name="Google Shape;589;p2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0" name="Google Shape;590;p27: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91" name="Google Shape;591;p27: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0" name="Shape 600"/>
        <p:cNvGrpSpPr/>
        <p:nvPr/>
      </p:nvGrpSpPr>
      <p:grpSpPr>
        <a:xfrm>
          <a:off x="0" y="0"/>
          <a:ext cx="0" cy="0"/>
          <a:chOff x="0" y="0"/>
          <a:chExt cx="0" cy="0"/>
        </a:xfrm>
      </p:grpSpPr>
      <p:sp>
        <p:nvSpPr>
          <p:cNvPr id="601" name="Google Shape;601;p28: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02" name="Google Shape;602;p2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7" name="Shape 607"/>
        <p:cNvGrpSpPr/>
        <p:nvPr/>
      </p:nvGrpSpPr>
      <p:grpSpPr>
        <a:xfrm>
          <a:off x="0" y="0"/>
          <a:ext cx="0" cy="0"/>
          <a:chOff x="0" y="0"/>
          <a:chExt cx="0" cy="0"/>
        </a:xfrm>
      </p:grpSpPr>
      <p:sp>
        <p:nvSpPr>
          <p:cNvPr id="608" name="Google Shape;608;p29: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09" name="Google Shape;609;p2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623" name="Shape 623"/>
        <p:cNvGrpSpPr/>
        <p:nvPr/>
      </p:nvGrpSpPr>
      <p:grpSpPr>
        <a:xfrm>
          <a:off x="0" y="0"/>
          <a:ext cx="0" cy="0"/>
          <a:chOff x="0" y="0"/>
          <a:chExt cx="0" cy="0"/>
        </a:xfrm>
      </p:grpSpPr>
      <p:sp>
        <p:nvSpPr>
          <p:cNvPr id="624" name="Google Shape;624;p30: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25" name="Google Shape;625;p3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2" name="Shape 642"/>
        <p:cNvGrpSpPr/>
        <p:nvPr/>
      </p:nvGrpSpPr>
      <p:grpSpPr>
        <a:xfrm>
          <a:off x="0" y="0"/>
          <a:ext cx="0" cy="0"/>
          <a:chOff x="0" y="0"/>
          <a:chExt cx="0" cy="0"/>
        </a:xfrm>
      </p:grpSpPr>
      <p:sp>
        <p:nvSpPr>
          <p:cNvPr id="643" name="Google Shape;643;p3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44" name="Google Shape;644;p3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61" name="Shape 661"/>
        <p:cNvGrpSpPr/>
        <p:nvPr/>
      </p:nvGrpSpPr>
      <p:grpSpPr>
        <a:xfrm>
          <a:off x="0" y="0"/>
          <a:ext cx="0" cy="0"/>
          <a:chOff x="0" y="0"/>
          <a:chExt cx="0" cy="0"/>
        </a:xfrm>
      </p:grpSpPr>
      <p:sp>
        <p:nvSpPr>
          <p:cNvPr id="662" name="Google Shape;662;p3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63" name="Google Shape;663;p3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79" name="Shape 679"/>
        <p:cNvGrpSpPr/>
        <p:nvPr/>
      </p:nvGrpSpPr>
      <p:grpSpPr>
        <a:xfrm>
          <a:off x="0" y="0"/>
          <a:ext cx="0" cy="0"/>
          <a:chOff x="0" y="0"/>
          <a:chExt cx="0" cy="0"/>
        </a:xfrm>
      </p:grpSpPr>
      <p:sp>
        <p:nvSpPr>
          <p:cNvPr id="680" name="Google Shape;680;p3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81" name="Google Shape;681;p3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2" name="Shape 702"/>
        <p:cNvGrpSpPr/>
        <p:nvPr/>
      </p:nvGrpSpPr>
      <p:grpSpPr>
        <a:xfrm>
          <a:off x="0" y="0"/>
          <a:ext cx="0" cy="0"/>
          <a:chOff x="0" y="0"/>
          <a:chExt cx="0" cy="0"/>
        </a:xfrm>
      </p:grpSpPr>
      <p:sp>
        <p:nvSpPr>
          <p:cNvPr id="703" name="Google Shape;703;p3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04" name="Google Shape;704;p3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2" name="Shape 722"/>
        <p:cNvGrpSpPr/>
        <p:nvPr/>
      </p:nvGrpSpPr>
      <p:grpSpPr>
        <a:xfrm>
          <a:off x="0" y="0"/>
          <a:ext cx="0" cy="0"/>
          <a:chOff x="0" y="0"/>
          <a:chExt cx="0" cy="0"/>
        </a:xfrm>
      </p:grpSpPr>
      <p:sp>
        <p:nvSpPr>
          <p:cNvPr id="723" name="Google Shape;723;p3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24" name="Google Shape;724;p3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2" name="Shape 722"/>
        <p:cNvGrpSpPr/>
        <p:nvPr/>
      </p:nvGrpSpPr>
      <p:grpSpPr>
        <a:xfrm>
          <a:off x="0" y="0"/>
          <a:ext cx="0" cy="0"/>
          <a:chOff x="0" y="0"/>
          <a:chExt cx="0" cy="0"/>
        </a:xfrm>
      </p:grpSpPr>
      <p:sp>
        <p:nvSpPr>
          <p:cNvPr id="723" name="Google Shape;723;p3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24" name="Google Shape;724;p3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4" name="Shape 744"/>
        <p:cNvGrpSpPr/>
        <p:nvPr/>
      </p:nvGrpSpPr>
      <p:grpSpPr>
        <a:xfrm>
          <a:off x="0" y="0"/>
          <a:ext cx="0" cy="0"/>
          <a:chOff x="0" y="0"/>
          <a:chExt cx="0" cy="0"/>
        </a:xfrm>
      </p:grpSpPr>
      <p:sp>
        <p:nvSpPr>
          <p:cNvPr id="745" name="Google Shape;745;p3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46" name="Google Shape;746;p3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4" name="Shape 744"/>
        <p:cNvGrpSpPr/>
        <p:nvPr/>
      </p:nvGrpSpPr>
      <p:grpSpPr>
        <a:xfrm>
          <a:off x="0" y="0"/>
          <a:ext cx="0" cy="0"/>
          <a:chOff x="0" y="0"/>
          <a:chExt cx="0" cy="0"/>
        </a:xfrm>
      </p:grpSpPr>
      <p:sp>
        <p:nvSpPr>
          <p:cNvPr id="745" name="Google Shape;745;p3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46" name="Google Shape;746;p3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4" name="Shape 744"/>
        <p:cNvGrpSpPr/>
        <p:nvPr/>
      </p:nvGrpSpPr>
      <p:grpSpPr>
        <a:xfrm>
          <a:off x="0" y="0"/>
          <a:ext cx="0" cy="0"/>
          <a:chOff x="0" y="0"/>
          <a:chExt cx="0" cy="0"/>
        </a:xfrm>
      </p:grpSpPr>
      <p:sp>
        <p:nvSpPr>
          <p:cNvPr id="745" name="Google Shape;745;p3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46" name="Google Shape;746;p3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755" name="Shape 755"/>
        <p:cNvGrpSpPr/>
        <p:nvPr/>
      </p:nvGrpSpPr>
      <p:grpSpPr>
        <a:xfrm>
          <a:off x="0" y="0"/>
          <a:ext cx="0" cy="0"/>
          <a:chOff x="0" y="0"/>
          <a:chExt cx="0" cy="0"/>
        </a:xfrm>
      </p:grpSpPr>
      <p:sp>
        <p:nvSpPr>
          <p:cNvPr id="756" name="Google Shape;756;p37: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57" name="Google Shape;757;p3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88" name="Shape 788"/>
        <p:cNvGrpSpPr/>
        <p:nvPr/>
      </p:nvGrpSpPr>
      <p:grpSpPr>
        <a:xfrm>
          <a:off x="0" y="0"/>
          <a:ext cx="0" cy="0"/>
          <a:chOff x="0" y="0"/>
          <a:chExt cx="0" cy="0"/>
        </a:xfrm>
      </p:grpSpPr>
      <p:sp>
        <p:nvSpPr>
          <p:cNvPr id="789" name="Google Shape;789;p38: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90" name="Google Shape;790;p3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17" name="Shape 817"/>
        <p:cNvGrpSpPr/>
        <p:nvPr/>
      </p:nvGrpSpPr>
      <p:grpSpPr>
        <a:xfrm>
          <a:off x="0" y="0"/>
          <a:ext cx="0" cy="0"/>
          <a:chOff x="0" y="0"/>
          <a:chExt cx="0" cy="0"/>
        </a:xfrm>
      </p:grpSpPr>
      <p:sp>
        <p:nvSpPr>
          <p:cNvPr id="818" name="Google Shape;818;p39: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19" name="Google Shape;819;p3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828" name="Shape 828"/>
        <p:cNvGrpSpPr/>
        <p:nvPr/>
      </p:nvGrpSpPr>
      <p:grpSpPr>
        <a:xfrm>
          <a:off x="0" y="0"/>
          <a:ext cx="0" cy="0"/>
          <a:chOff x="0" y="0"/>
          <a:chExt cx="0" cy="0"/>
        </a:xfrm>
      </p:grpSpPr>
      <p:sp>
        <p:nvSpPr>
          <p:cNvPr id="829" name="Google Shape;829;p40: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30" name="Google Shape;830;p4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851" name="Shape 851"/>
        <p:cNvGrpSpPr/>
        <p:nvPr/>
      </p:nvGrpSpPr>
      <p:grpSpPr>
        <a:xfrm>
          <a:off x="0" y="0"/>
          <a:ext cx="0" cy="0"/>
          <a:chOff x="0" y="0"/>
          <a:chExt cx="0" cy="0"/>
        </a:xfrm>
      </p:grpSpPr>
      <p:sp>
        <p:nvSpPr>
          <p:cNvPr id="852" name="Google Shape;852;p4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53" name="Google Shape;853;p4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835" name="Shape 835"/>
        <p:cNvGrpSpPr/>
        <p:nvPr/>
      </p:nvGrpSpPr>
      <p:grpSpPr>
        <a:xfrm>
          <a:off x="0" y="0"/>
          <a:ext cx="0" cy="0"/>
          <a:chOff x="0" y="0"/>
          <a:chExt cx="0" cy="0"/>
        </a:xfrm>
      </p:grpSpPr>
      <p:sp>
        <p:nvSpPr>
          <p:cNvPr id="836" name="Google Shape;836;p4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37" name="Google Shape;837;p4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PhAnim="0" showMasterSp="0">
  <p:cSld>
    <p:spTree>
      <p:nvGrpSpPr>
        <p:cNvPr id="870" name="Shape 870"/>
        <p:cNvGrpSpPr/>
        <p:nvPr/>
      </p:nvGrpSpPr>
      <p:grpSpPr>
        <a:xfrm>
          <a:off x="0" y="0"/>
          <a:ext cx="0" cy="0"/>
          <a:chOff x="0" y="0"/>
          <a:chExt cx="0" cy="0"/>
        </a:xfrm>
      </p:grpSpPr>
      <p:sp>
        <p:nvSpPr>
          <p:cNvPr id="871" name="Google Shape;871;p4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72" name="Google Shape;872;p4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PhAnim="0" showMasterSp="0">
  <p:cSld>
    <p:spTree>
      <p:nvGrpSpPr>
        <p:cNvPr id="888" name="Shape 888"/>
        <p:cNvGrpSpPr/>
        <p:nvPr/>
      </p:nvGrpSpPr>
      <p:grpSpPr>
        <a:xfrm>
          <a:off x="0" y="0"/>
          <a:ext cx="0" cy="0"/>
          <a:chOff x="0" y="0"/>
          <a:chExt cx="0" cy="0"/>
        </a:xfrm>
      </p:grpSpPr>
      <p:sp>
        <p:nvSpPr>
          <p:cNvPr id="889" name="Google Shape;889;p4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90" name="Google Shape;890;p4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PhAnim="0" showMasterSp="0">
  <p:cSld>
    <p:spTree>
      <p:nvGrpSpPr>
        <p:cNvPr id="905" name="Shape 905"/>
        <p:cNvGrpSpPr/>
        <p:nvPr/>
      </p:nvGrpSpPr>
      <p:grpSpPr>
        <a:xfrm>
          <a:off x="0" y="0"/>
          <a:ext cx="0" cy="0"/>
          <a:chOff x="0" y="0"/>
          <a:chExt cx="0" cy="0"/>
        </a:xfrm>
      </p:grpSpPr>
      <p:sp>
        <p:nvSpPr>
          <p:cNvPr id="906" name="Google Shape;906;p4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07" name="Google Shape;907;p4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PhAnim="0" showMasterSp="0">
  <p:cSld>
    <p:spTree>
      <p:nvGrpSpPr>
        <p:cNvPr id="916" name="Shape 916"/>
        <p:cNvGrpSpPr/>
        <p:nvPr/>
      </p:nvGrpSpPr>
      <p:grpSpPr>
        <a:xfrm>
          <a:off x="0" y="0"/>
          <a:ext cx="0" cy="0"/>
          <a:chOff x="0" y="0"/>
          <a:chExt cx="0" cy="0"/>
        </a:xfrm>
      </p:grpSpPr>
      <p:sp>
        <p:nvSpPr>
          <p:cNvPr id="917" name="Google Shape;917;p4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18" name="Google Shape;918;p4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PhAnim="0" showMasterSp="0">
  <p:cSld>
    <p:spTree>
      <p:nvGrpSpPr>
        <p:cNvPr id="923" name="Shape 923"/>
        <p:cNvGrpSpPr/>
        <p:nvPr/>
      </p:nvGrpSpPr>
      <p:grpSpPr>
        <a:xfrm>
          <a:off x="0" y="0"/>
          <a:ext cx="0" cy="0"/>
          <a:chOff x="0" y="0"/>
          <a:chExt cx="0" cy="0"/>
        </a:xfrm>
      </p:grpSpPr>
      <p:sp>
        <p:nvSpPr>
          <p:cNvPr id="924" name="Google Shape;924;p47: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25" name="Google Shape;925;p4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PhAnim="0" showMasterSp="0">
  <p:cSld>
    <p:spTree>
      <p:nvGrpSpPr>
        <p:cNvPr id="947" name="Shape 947"/>
        <p:cNvGrpSpPr/>
        <p:nvPr/>
      </p:nvGrpSpPr>
      <p:grpSpPr>
        <a:xfrm>
          <a:off x="0" y="0"/>
          <a:ext cx="0" cy="0"/>
          <a:chOff x="0" y="0"/>
          <a:chExt cx="0" cy="0"/>
        </a:xfrm>
      </p:grpSpPr>
      <p:sp>
        <p:nvSpPr>
          <p:cNvPr id="948" name="Google Shape;948;p48: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49" name="Google Shape;949;p4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55" name="Shape 955"/>
        <p:cNvGrpSpPr/>
        <p:nvPr/>
      </p:nvGrpSpPr>
      <p:grpSpPr>
        <a:xfrm>
          <a:off x="0" y="0"/>
          <a:ext cx="0" cy="0"/>
          <a:chOff x="0" y="0"/>
          <a:chExt cx="0" cy="0"/>
        </a:xfrm>
      </p:grpSpPr>
      <p:sp>
        <p:nvSpPr>
          <p:cNvPr id="956" name="Google Shape;956;p49: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57" name="Google Shape;957;p4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3" name="Shape 963"/>
        <p:cNvGrpSpPr/>
        <p:nvPr/>
      </p:nvGrpSpPr>
      <p:grpSpPr>
        <a:xfrm>
          <a:off x="0" y="0"/>
          <a:ext cx="0" cy="0"/>
          <a:chOff x="0" y="0"/>
          <a:chExt cx="0" cy="0"/>
        </a:xfrm>
      </p:grpSpPr>
      <p:sp>
        <p:nvSpPr>
          <p:cNvPr id="964" name="Google Shape;964;p50: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65" name="Google Shape;965;p5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PhAnim="0" showMasterSp="0">
  <p:cSld>
    <p:spTree>
      <p:nvGrpSpPr>
        <p:cNvPr id="971" name="Shape 971"/>
        <p:cNvGrpSpPr/>
        <p:nvPr/>
      </p:nvGrpSpPr>
      <p:grpSpPr>
        <a:xfrm>
          <a:off x="0" y="0"/>
          <a:ext cx="0" cy="0"/>
          <a:chOff x="0" y="0"/>
          <a:chExt cx="0" cy="0"/>
        </a:xfrm>
      </p:grpSpPr>
      <p:sp>
        <p:nvSpPr>
          <p:cNvPr id="972" name="Google Shape;972;p5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73" name="Google Shape;973;p5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0" name="Shape 980"/>
        <p:cNvGrpSpPr/>
        <p:nvPr/>
      </p:nvGrpSpPr>
      <p:grpSpPr>
        <a:xfrm>
          <a:off x="0" y="0"/>
          <a:ext cx="0" cy="0"/>
          <a:chOff x="0" y="0"/>
          <a:chExt cx="0" cy="0"/>
        </a:xfrm>
      </p:grpSpPr>
      <p:sp>
        <p:nvSpPr>
          <p:cNvPr id="981" name="Google Shape;981;p5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82" name="Google Shape;982;p5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PhAnim="0" showMasterSp="0">
  <p:cSld>
    <p:spTree>
      <p:nvGrpSpPr>
        <p:cNvPr id="994" name="Shape 994"/>
        <p:cNvGrpSpPr/>
        <p:nvPr/>
      </p:nvGrpSpPr>
      <p:grpSpPr>
        <a:xfrm>
          <a:off x="0" y="0"/>
          <a:ext cx="0" cy="0"/>
          <a:chOff x="0" y="0"/>
          <a:chExt cx="0" cy="0"/>
        </a:xfrm>
      </p:grpSpPr>
      <p:sp>
        <p:nvSpPr>
          <p:cNvPr id="995" name="Google Shape;995;p5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96" name="Google Shape;996;p5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21" name="Shape 21"/>
        <p:cNvGrpSpPr/>
        <p:nvPr/>
      </p:nvGrpSpPr>
      <p:grpSpPr>
        <a:xfrm>
          <a:off x="0" y="0"/>
          <a:ext cx="0" cy="0"/>
          <a:chOff x="0" y="0"/>
          <a:chExt cx="0" cy="0"/>
        </a:xfrm>
      </p:grpSpPr>
      <p:sp>
        <p:nvSpPr>
          <p:cNvPr id="22" name="Google Shape;22;p3"/>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8" name="Google Shape;28;p4"/>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5"/>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6"/>
          <p:cNvSpPr txBox="1"/>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1" name="Google Shape;41;p6"/>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7" name="Google Shape;47;p7"/>
          <p:cNvSpPr txBox="1"/>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8" name="Google Shape;48;p7"/>
          <p:cNvSpPr txBox="1"/>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9" name="Google Shape;49;p7"/>
          <p:cNvSpPr txBox="1"/>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7"/>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2" name="Google Shape;62;p9"/>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type="pic" idx="2"/>
          </p:nvPr>
        </p:nvSpPr>
        <p:spPr>
          <a:xfrm>
            <a:off x="5183188" y="987425"/>
            <a:ext cx="6172200" cy="4873625"/>
          </a:xfrm>
          <a:prstGeom prst="rect">
            <a:avLst/>
          </a:prstGeom>
          <a:noFill/>
          <a:ln>
            <a:noFill/>
          </a:ln>
        </p:spPr>
      </p:sp>
      <p:sp>
        <p:nvSpPr>
          <p:cNvPr id="68" name="Google Shape;68;p10"/>
          <p:cNvSpPr txBox="1"/>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10"/>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5" name="Google Shape;75;p1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12"/>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 Id="rId3"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14.jpeg"/><Relationship Id="rId1" Type="http://schemas.openxmlformats.org/officeDocument/2006/relationships/image" Target="../media/image13.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image" Target="../media/image15.GIF"/><Relationship Id="rId1" Type="http://schemas.openxmlformats.org/officeDocument/2006/relationships/image" Target="../media/image13.jpe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image" Target="../media/image19.jpeg"/><Relationship Id="rId3" Type="http://schemas.openxmlformats.org/officeDocument/2006/relationships/image" Target="../media/image18.png"/><Relationship Id="rId2" Type="http://schemas.openxmlformats.org/officeDocument/2006/relationships/image" Target="../media/image17.GIF"/><Relationship Id="rId1" Type="http://schemas.openxmlformats.org/officeDocument/2006/relationships/image" Target="../media/image13.jpe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image" Target="../media/image22.jpeg"/><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image" Target="../media/image13.jpe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image" Target="../media/image25.png"/><Relationship Id="rId3" Type="http://schemas.openxmlformats.org/officeDocument/2006/relationships/image" Target="../media/image24.GIF"/><Relationship Id="rId2" Type="http://schemas.openxmlformats.org/officeDocument/2006/relationships/image" Target="../media/image23.GIF"/><Relationship Id="rId1" Type="http://schemas.openxmlformats.org/officeDocument/2006/relationships/image" Target="../media/image13.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13.jpe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image" Target="../media/image13.jpe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2.xml"/><Relationship Id="rId3" Type="http://schemas.openxmlformats.org/officeDocument/2006/relationships/image" Target="../media/image28.jpeg"/><Relationship Id="rId2" Type="http://schemas.openxmlformats.org/officeDocument/2006/relationships/image" Target="../media/image26.png"/><Relationship Id="rId1" Type="http://schemas.openxmlformats.org/officeDocument/2006/relationships/image" Target="../media/image13.jpe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image" Target="../media/image29.jpeg"/><Relationship Id="rId2" Type="http://schemas.openxmlformats.org/officeDocument/2006/relationships/image" Target="../media/image26.png"/><Relationship Id="rId1" Type="http://schemas.openxmlformats.org/officeDocument/2006/relationships/image" Target="../media/image13.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13.jpeg"/></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2.xml"/><Relationship Id="rId5" Type="http://schemas.openxmlformats.org/officeDocument/2006/relationships/image" Target="../media/image34.jpeg"/><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2.xml"/><Relationship Id="rId5" Type="http://schemas.openxmlformats.org/officeDocument/2006/relationships/image" Target="../media/image34.jpeg"/><Relationship Id="rId4" Type="http://schemas.openxmlformats.org/officeDocument/2006/relationships/image" Target="../media/image32.png"/><Relationship Id="rId3" Type="http://schemas.openxmlformats.org/officeDocument/2006/relationships/image" Target="../media/image33.png"/><Relationship Id="rId2" Type="http://schemas.openxmlformats.org/officeDocument/2006/relationships/image" Target="../media/image31.png"/><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13.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2.xml"/><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image" Target="../media/image13.jpe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2.xml"/><Relationship Id="rId4" Type="http://schemas.openxmlformats.org/officeDocument/2006/relationships/image" Target="../media/image39.jpe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13.jpe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13.jpe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13.jpeg"/></Relationships>
</file>

<file path=ppt/slides/_rels/slide25.xml.rels><?xml version="1.0" encoding="UTF-8" standalone="yes"?>
<Relationships xmlns="http://schemas.openxmlformats.org/package/2006/relationships"><Relationship Id="rId8" Type="http://schemas.openxmlformats.org/officeDocument/2006/relationships/notesSlide" Target="../notesSlides/notesSlide25.xml"/><Relationship Id="rId7" Type="http://schemas.openxmlformats.org/officeDocument/2006/relationships/slideLayout" Target="../slideLayouts/slideLayout2.xml"/><Relationship Id="rId6" Type="http://schemas.openxmlformats.org/officeDocument/2006/relationships/image" Target="../media/image42.jpeg"/><Relationship Id="rId5" Type="http://schemas.openxmlformats.org/officeDocument/2006/relationships/image" Target="../media/image41.png"/><Relationship Id="rId4" Type="http://schemas.openxmlformats.org/officeDocument/2006/relationships/image" Target="../media/image40.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2.jpeg"/></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26.xml"/><Relationship Id="rId6" Type="http://schemas.openxmlformats.org/officeDocument/2006/relationships/slideLayout" Target="../slideLayouts/slideLayout2.xml"/><Relationship Id="rId5" Type="http://schemas.openxmlformats.org/officeDocument/2006/relationships/image" Target="../media/image42.jpeg"/><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2.png"/><Relationship Id="rId1" Type="http://schemas.openxmlformats.org/officeDocument/2006/relationships/image" Target="../media/image2.jpe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13.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30.xml.rels><?xml version="1.0" encoding="UTF-8" standalone="yes"?>
<Relationships xmlns="http://schemas.openxmlformats.org/package/2006/relationships"><Relationship Id="rId6" Type="http://schemas.openxmlformats.org/officeDocument/2006/relationships/notesSlide" Target="../notesSlides/notesSlide30.xml"/><Relationship Id="rId5" Type="http://schemas.openxmlformats.org/officeDocument/2006/relationships/slideLayout" Target="../slideLayouts/slideLayout2.xml"/><Relationship Id="rId4" Type="http://schemas.openxmlformats.org/officeDocument/2006/relationships/image" Target="../media/image45.png"/><Relationship Id="rId3" Type="http://schemas.openxmlformats.org/officeDocument/2006/relationships/image" Target="../media/image44.png"/><Relationship Id="rId2" Type="http://schemas.openxmlformats.org/officeDocument/2006/relationships/image" Target="../media/image43.GIF"/><Relationship Id="rId1" Type="http://schemas.openxmlformats.org/officeDocument/2006/relationships/image" Target="../media/image13.jpeg"/></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31.xml"/><Relationship Id="rId5" Type="http://schemas.openxmlformats.org/officeDocument/2006/relationships/slideLayout" Target="../slideLayouts/slideLayout2.xml"/><Relationship Id="rId4" Type="http://schemas.openxmlformats.org/officeDocument/2006/relationships/image" Target="../media/image48.jpeg"/><Relationship Id="rId3" Type="http://schemas.openxmlformats.org/officeDocument/2006/relationships/image" Target="../media/image47.png"/><Relationship Id="rId2" Type="http://schemas.openxmlformats.org/officeDocument/2006/relationships/image" Target="../media/image46.GIF"/><Relationship Id="rId1" Type="http://schemas.openxmlformats.org/officeDocument/2006/relationships/image" Target="../media/image13.jpeg"/></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2.xml"/><Relationship Id="rId3" Type="http://schemas.openxmlformats.org/officeDocument/2006/relationships/image" Target="../media/image50.jpeg"/><Relationship Id="rId2" Type="http://schemas.openxmlformats.org/officeDocument/2006/relationships/image" Target="../media/image49.GIF"/><Relationship Id="rId1" Type="http://schemas.openxmlformats.org/officeDocument/2006/relationships/image" Target="../media/image13.jpeg"/></Relationships>
</file>

<file path=ppt/slides/_rels/slide33.xml.rels><?xml version="1.0" encoding="UTF-8" standalone="yes"?>
<Relationships xmlns="http://schemas.openxmlformats.org/package/2006/relationships"><Relationship Id="rId7" Type="http://schemas.openxmlformats.org/officeDocument/2006/relationships/notesSlide" Target="../notesSlides/notesSlide33.xml"/><Relationship Id="rId6" Type="http://schemas.openxmlformats.org/officeDocument/2006/relationships/slideLayout" Target="../slideLayouts/slideLayout2.xml"/><Relationship Id="rId5" Type="http://schemas.openxmlformats.org/officeDocument/2006/relationships/image" Target="../media/image54.jpeg"/><Relationship Id="rId4" Type="http://schemas.openxmlformats.org/officeDocument/2006/relationships/image" Target="../media/image53.jpeg"/><Relationship Id="rId3" Type="http://schemas.openxmlformats.org/officeDocument/2006/relationships/image" Target="../media/image52.jpeg"/><Relationship Id="rId2" Type="http://schemas.openxmlformats.org/officeDocument/2006/relationships/image" Target="../media/image51.png"/><Relationship Id="rId1" Type="http://schemas.openxmlformats.org/officeDocument/2006/relationships/image" Target="../media/image13.jpeg"/></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2.xml"/><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13.jpe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13.jpe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13.jpe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13.jpeg"/></Relationships>
</file>

<file path=ppt/slides/_rels/slide40.xml.rels><?xml version="1.0" encoding="UTF-8" standalone="yes"?>
<Relationships xmlns="http://schemas.openxmlformats.org/package/2006/relationships"><Relationship Id="rId6" Type="http://schemas.openxmlformats.org/officeDocument/2006/relationships/notesSlide" Target="../notesSlides/notesSlide40.xml"/><Relationship Id="rId5" Type="http://schemas.openxmlformats.org/officeDocument/2006/relationships/slideLayout" Target="../slideLayouts/slideLayout2.xml"/><Relationship Id="rId4" Type="http://schemas.openxmlformats.org/officeDocument/2006/relationships/image" Target="../media/image57.jpeg"/><Relationship Id="rId3" Type="http://schemas.openxmlformats.org/officeDocument/2006/relationships/image" Target="../media/image40.png"/><Relationship Id="rId2" Type="http://schemas.openxmlformats.org/officeDocument/2006/relationships/image" Target="../media/image33.png"/><Relationship Id="rId1" Type="http://schemas.openxmlformats.org/officeDocument/2006/relationships/image" Target="../media/image2.jpeg"/></Relationships>
</file>

<file path=ppt/slides/_rels/slide41.xml.rels><?xml version="1.0" encoding="UTF-8" standalone="yes"?>
<Relationships xmlns="http://schemas.openxmlformats.org/package/2006/relationships"><Relationship Id="rId6" Type="http://schemas.openxmlformats.org/officeDocument/2006/relationships/notesSlide" Target="../notesSlides/notesSlide41.xml"/><Relationship Id="rId5" Type="http://schemas.openxmlformats.org/officeDocument/2006/relationships/slideLayout" Target="../slideLayouts/slideLayout2.xml"/><Relationship Id="rId4" Type="http://schemas.openxmlformats.org/officeDocument/2006/relationships/image" Target="../media/image57.jpeg"/><Relationship Id="rId3" Type="http://schemas.openxmlformats.org/officeDocument/2006/relationships/image" Target="../media/image40.png"/><Relationship Id="rId2" Type="http://schemas.openxmlformats.org/officeDocument/2006/relationships/image" Target="../media/image32.png"/><Relationship Id="rId1" Type="http://schemas.openxmlformats.org/officeDocument/2006/relationships/image" Target="../media/image2.jpe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13.jpe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44.xml"/><Relationship Id="rId4" Type="http://schemas.openxmlformats.org/officeDocument/2006/relationships/slideLayout" Target="../slideLayouts/slideLayout2.xml"/><Relationship Id="rId3" Type="http://schemas.openxmlformats.org/officeDocument/2006/relationships/image" Target="../media/image59.GIF"/><Relationship Id="rId2" Type="http://schemas.openxmlformats.org/officeDocument/2006/relationships/image" Target="../media/image58.png"/><Relationship Id="rId1" Type="http://schemas.openxmlformats.org/officeDocument/2006/relationships/image" Target="../media/image13.jpe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46.xml.rels><?xml version="1.0" encoding="UTF-8" standalone="yes"?>
<Relationships xmlns="http://schemas.openxmlformats.org/package/2006/relationships"><Relationship Id="rId5" Type="http://schemas.openxmlformats.org/officeDocument/2006/relationships/notesSlide" Target="../notesSlides/notesSlide46.xml"/><Relationship Id="rId4" Type="http://schemas.openxmlformats.org/officeDocument/2006/relationships/slideLayout" Target="../slideLayouts/slideLayout2.xml"/><Relationship Id="rId3" Type="http://schemas.openxmlformats.org/officeDocument/2006/relationships/image" Target="../media/image61.GIF"/><Relationship Id="rId2" Type="http://schemas.openxmlformats.org/officeDocument/2006/relationships/image" Target="../media/image60.GIF"/><Relationship Id="rId1" Type="http://schemas.openxmlformats.org/officeDocument/2006/relationships/image" Target="../media/image13.jpe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13.jpe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2.xml"/><Relationship Id="rId2" Type="http://schemas.openxmlformats.org/officeDocument/2006/relationships/image" Target="../media/image62.jpeg"/><Relationship Id="rId1" Type="http://schemas.openxmlformats.org/officeDocument/2006/relationships/image" Target="../media/image13.jpeg"/></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52.xml"/><Relationship Id="rId3" Type="http://schemas.openxmlformats.org/officeDocument/2006/relationships/slideLayout" Target="../slideLayouts/slideLayout2.xml"/><Relationship Id="rId2" Type="http://schemas.openxmlformats.org/officeDocument/2006/relationships/image" Target="../media/image63.jpeg"/><Relationship Id="rId1" Type="http://schemas.openxmlformats.org/officeDocument/2006/relationships/image" Target="../media/image13.jpeg"/></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2.xml"/><Relationship Id="rId2" Type="http://schemas.openxmlformats.org/officeDocument/2006/relationships/image" Target="../media/image64.jpeg"/><Relationship Id="rId1" Type="http://schemas.openxmlformats.org/officeDocument/2006/relationships/image" Target="../media/image13.jpeg"/></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2.xml"/><Relationship Id="rId2" Type="http://schemas.openxmlformats.org/officeDocument/2006/relationships/image" Target="../media/image65.jpeg"/><Relationship Id="rId1" Type="http://schemas.openxmlformats.org/officeDocument/2006/relationships/image" Target="../media/image13.jpeg"/></Relationships>
</file>

<file path=ppt/slides/_rels/slide55.xml.rels><?xml version="1.0" encoding="UTF-8" standalone="yes"?>
<Relationships xmlns="http://schemas.openxmlformats.org/package/2006/relationships"><Relationship Id="rId6" Type="http://schemas.openxmlformats.org/officeDocument/2006/relationships/notesSlide" Target="../notesSlides/notesSlide55.xml"/><Relationship Id="rId5" Type="http://schemas.openxmlformats.org/officeDocument/2006/relationships/slideLayout" Target="../slideLayouts/slideLayout2.xml"/><Relationship Id="rId4" Type="http://schemas.openxmlformats.org/officeDocument/2006/relationships/image" Target="../media/image67.png"/><Relationship Id="rId3" Type="http://schemas.openxmlformats.org/officeDocument/2006/relationships/image" Target="../media/image66.png"/><Relationship Id="rId2" Type="http://schemas.openxmlformats.org/officeDocument/2006/relationships/image" Target="../media/image30.png"/><Relationship Id="rId1" Type="http://schemas.openxmlformats.org/officeDocument/2006/relationships/image" Target="../media/image13.jpe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87" name="Shape 87"/>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92" name="Shape 92"/>
        <p:cNvGrpSpPr/>
        <p:nvPr/>
      </p:nvGrpSpPr>
      <p:grpSpPr>
        <a:xfrm>
          <a:off x="0" y="0"/>
          <a:ext cx="0" cy="0"/>
          <a:chOff x="0" y="0"/>
          <a:chExt cx="0" cy="0"/>
        </a:xfrm>
      </p:grpSpPr>
      <p:sp>
        <p:nvSpPr>
          <p:cNvPr id="93" name="Google Shape;93;p14" descr="Hình nền Khung Nền Powerpoint Màu Hồng Nhạt, điểm Mạnh, Lý Lịch, Màu Nước  Background Vector để tải xuống miễn phí - Pngtree"/>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4" name="Google Shape;94;p14"/>
          <p:cNvSpPr txBox="1"/>
          <p:nvPr/>
        </p:nvSpPr>
        <p:spPr>
          <a:xfrm>
            <a:off x="4185787" y="456961"/>
            <a:ext cx="8162659" cy="4770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500">
                <a:solidFill>
                  <a:srgbClr val="1F3864"/>
                </a:solidFill>
                <a:latin typeface="Times New Roman" panose="02020603050405020304"/>
                <a:ea typeface="Times New Roman" panose="02020603050405020304"/>
                <a:cs typeface="Times New Roman" panose="02020603050405020304"/>
                <a:sym typeface="Times New Roman" panose="02020603050405020304"/>
              </a:rPr>
              <a:t>Hãy chọn hình ảnh tương ứng với các từ sau.</a:t>
            </a:r>
            <a:endParaRPr lang="en-US" sz="2500">
              <a:solidFill>
                <a:srgbClr val="1F3864"/>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95" name="Google Shape;95;p14"/>
          <p:cNvPicPr preferRelativeResize="0"/>
          <p:nvPr/>
        </p:nvPicPr>
        <p:blipFill rotWithShape="1">
          <a:blip r:embed="rId2"/>
          <a:srcRect/>
          <a:stretch>
            <a:fillRect/>
          </a:stretch>
        </p:blipFill>
        <p:spPr>
          <a:xfrm>
            <a:off x="-172085" y="142240"/>
            <a:ext cx="1622425" cy="1544320"/>
          </a:xfrm>
          <a:prstGeom prst="rect">
            <a:avLst/>
          </a:prstGeom>
          <a:noFill/>
          <a:ln>
            <a:noFill/>
          </a:ln>
        </p:spPr>
      </p:pic>
      <p:sp>
        <p:nvSpPr>
          <p:cNvPr id="96" name="Google Shape;96;p14"/>
          <p:cNvSpPr/>
          <p:nvPr/>
        </p:nvSpPr>
        <p:spPr>
          <a:xfrm>
            <a:off x="1272038" y="404287"/>
            <a:ext cx="2666365" cy="686435"/>
          </a:xfrm>
          <a:prstGeom prst="doubleWave">
            <a:avLst>
              <a:gd name="adj1" fmla="val 6250"/>
              <a:gd name="adj2" fmla="val 0"/>
            </a:avLst>
          </a:prstGeom>
          <a:solidFill>
            <a:srgbClr val="B3C6E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97" name="Google Shape;97;p14"/>
          <p:cNvSpPr txBox="1"/>
          <p:nvPr/>
        </p:nvSpPr>
        <p:spPr>
          <a:xfrm>
            <a:off x="1343660" y="429895"/>
            <a:ext cx="3089910" cy="55181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b="1">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热身 </a:t>
            </a:r>
            <a:r>
              <a:rPr lang="en-US" sz="2500">
                <a:solidFill>
                  <a:srgbClr val="1F3864"/>
                </a:solidFill>
                <a:latin typeface="Times New Roman" panose="02020603050405020304"/>
                <a:ea typeface="Times New Roman" panose="02020603050405020304"/>
                <a:cs typeface="Times New Roman" panose="02020603050405020304"/>
                <a:sym typeface="Times New Roman" panose="02020603050405020304"/>
              </a:rPr>
              <a:t>Khởi động</a:t>
            </a:r>
            <a:endParaRPr sz="2500">
              <a:solidFill>
                <a:srgbClr val="1F386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8" name="Google Shape;98;p14"/>
          <p:cNvSpPr txBox="1"/>
          <p:nvPr/>
        </p:nvSpPr>
        <p:spPr>
          <a:xfrm>
            <a:off x="1698171" y="5776514"/>
            <a:ext cx="2601552" cy="906402"/>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2000">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           yú   </a:t>
            </a:r>
            <a:endParaRPr lang="en-US" sz="2000">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None/>
            </a:pPr>
            <a:r>
              <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rPr>
              <a:t>A. 鱼</a:t>
            </a:r>
            <a:endPar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99" name="Google Shape;99;p14"/>
          <p:cNvSpPr txBox="1"/>
          <p:nvPr/>
        </p:nvSpPr>
        <p:spPr>
          <a:xfrm>
            <a:off x="4320317" y="5797779"/>
            <a:ext cx="1868487" cy="906402"/>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2000">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        huàbǐ </a:t>
            </a:r>
            <a:endParaRPr lang="en-US" sz="2000">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None/>
            </a:pPr>
            <a:r>
              <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rPr>
              <a:t>B.画笔</a:t>
            </a:r>
            <a:endPar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100" name="Google Shape;100;p14"/>
          <p:cNvSpPr txBox="1"/>
          <p:nvPr/>
        </p:nvSpPr>
        <p:spPr>
          <a:xfrm>
            <a:off x="7116564" y="5790410"/>
            <a:ext cx="1831236" cy="906402"/>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2000">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    chuáng   </a:t>
            </a:r>
            <a:endParaRPr lang="en-US" sz="2000">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None/>
            </a:pPr>
            <a:r>
              <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rPr>
              <a:t>C.床</a:t>
            </a:r>
            <a:endPar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101" name="Google Shape;101;p14"/>
          <p:cNvSpPr txBox="1"/>
          <p:nvPr/>
        </p:nvSpPr>
        <p:spPr>
          <a:xfrm>
            <a:off x="9565008" y="5774654"/>
            <a:ext cx="2200694" cy="908262"/>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2000">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         kuàilè </a:t>
            </a:r>
            <a:endParaRPr lang="en-US" sz="2000">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None/>
            </a:pPr>
            <a:r>
              <a:rPr lang="en-US" sz="2000">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 </a:t>
            </a:r>
            <a:r>
              <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rPr>
              <a:t>D.快乐</a:t>
            </a:r>
            <a:endPar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102" name="Google Shape;102;p14"/>
          <p:cNvSpPr txBox="1"/>
          <p:nvPr/>
        </p:nvSpPr>
        <p:spPr>
          <a:xfrm>
            <a:off x="1669225" y="1330474"/>
            <a:ext cx="480651" cy="411716"/>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2000">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①</a:t>
            </a:r>
            <a:endParaRPr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103" name="Google Shape;103;p14"/>
          <p:cNvSpPr txBox="1"/>
          <p:nvPr/>
        </p:nvSpPr>
        <p:spPr>
          <a:xfrm>
            <a:off x="6652468" y="1330474"/>
            <a:ext cx="480651" cy="411716"/>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2000">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②</a:t>
            </a:r>
            <a:endParaRPr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104" name="Google Shape;104;p14"/>
          <p:cNvSpPr txBox="1"/>
          <p:nvPr/>
        </p:nvSpPr>
        <p:spPr>
          <a:xfrm>
            <a:off x="1669225" y="3487018"/>
            <a:ext cx="480651" cy="411716"/>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2000">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③</a:t>
            </a:r>
            <a:endParaRPr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105" name="Google Shape;105;p14"/>
          <p:cNvSpPr txBox="1"/>
          <p:nvPr/>
        </p:nvSpPr>
        <p:spPr>
          <a:xfrm>
            <a:off x="6652468" y="3487018"/>
            <a:ext cx="480651" cy="411716"/>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2000">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④</a:t>
            </a:r>
            <a:endParaRPr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106" name="Google Shape;106;p14"/>
          <p:cNvSpPr/>
          <p:nvPr/>
        </p:nvSpPr>
        <p:spPr>
          <a:xfrm rot="10800000" flipH="1">
            <a:off x="107188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109" name="Google Shape;109;p14" descr="找到屬於你自己的「更快樂」之道｜ 陳郁敏／ 更快樂實驗所｜ 獨立評論"/>
          <p:cNvPicPr preferRelativeResize="0"/>
          <p:nvPr/>
        </p:nvPicPr>
        <p:blipFill rotWithShape="1">
          <a:blip r:embed="rId3"/>
          <a:srcRect/>
          <a:stretch>
            <a:fillRect/>
          </a:stretch>
        </p:blipFill>
        <p:spPr>
          <a:xfrm>
            <a:off x="2309538" y="1367966"/>
            <a:ext cx="3140623" cy="2061034"/>
          </a:xfrm>
          <a:prstGeom prst="rect">
            <a:avLst/>
          </a:prstGeom>
          <a:noFill/>
          <a:ln>
            <a:noFill/>
          </a:ln>
        </p:spPr>
      </p:pic>
      <p:pic>
        <p:nvPicPr>
          <p:cNvPr id="110" name="Google Shape;110;p14" descr="画笔作画创造力- Pixabay上的免费照片"/>
          <p:cNvPicPr preferRelativeResize="0"/>
          <p:nvPr/>
        </p:nvPicPr>
        <p:blipFill rotWithShape="1">
          <a:blip r:embed="rId4"/>
          <a:srcRect/>
          <a:stretch>
            <a:fillRect/>
          </a:stretch>
        </p:blipFill>
        <p:spPr>
          <a:xfrm>
            <a:off x="7384745" y="1367967"/>
            <a:ext cx="3138029" cy="2061034"/>
          </a:xfrm>
          <a:prstGeom prst="rect">
            <a:avLst/>
          </a:prstGeom>
          <a:noFill/>
          <a:ln>
            <a:noFill/>
          </a:ln>
        </p:spPr>
      </p:pic>
      <p:pic>
        <p:nvPicPr>
          <p:cNvPr id="111" name="Google Shape;111;p14" descr="鱼缸供氧图片_鱼缸供氧素材_鱼缸供氧高清图片_摄图网图片下载"/>
          <p:cNvPicPr preferRelativeResize="0"/>
          <p:nvPr/>
        </p:nvPicPr>
        <p:blipFill rotWithShape="1">
          <a:blip r:embed="rId5"/>
          <a:srcRect/>
          <a:stretch>
            <a:fillRect/>
          </a:stretch>
        </p:blipFill>
        <p:spPr>
          <a:xfrm>
            <a:off x="2309537" y="3581400"/>
            <a:ext cx="3140623" cy="1997096"/>
          </a:xfrm>
          <a:prstGeom prst="rect">
            <a:avLst/>
          </a:prstGeom>
          <a:noFill/>
          <a:ln>
            <a:noFill/>
          </a:ln>
        </p:spPr>
      </p:pic>
      <p:pic>
        <p:nvPicPr>
          <p:cNvPr id="112" name="Google Shape;112;p14" descr="福沃床架-有情門設計家具"/>
          <p:cNvPicPr preferRelativeResize="0"/>
          <p:nvPr/>
        </p:nvPicPr>
        <p:blipFill rotWithShape="1">
          <a:blip r:embed="rId6"/>
          <a:srcRect/>
          <a:stretch>
            <a:fillRect/>
          </a:stretch>
        </p:blipFill>
        <p:spPr>
          <a:xfrm>
            <a:off x="7384745" y="3581400"/>
            <a:ext cx="3138029" cy="1997096"/>
          </a:xfrm>
          <a:prstGeom prst="rect">
            <a:avLst/>
          </a:prstGeom>
          <a:noFill/>
          <a:ln>
            <a:noFill/>
          </a:ln>
        </p:spPr>
      </p:pic>
      <p:sp>
        <p:nvSpPr>
          <p:cNvPr id="113" name="Google Shape;113;p14"/>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18" name="Shape 118"/>
        <p:cNvGrpSpPr/>
        <p:nvPr/>
      </p:nvGrpSpPr>
      <p:grpSpPr>
        <a:xfrm>
          <a:off x="0" y="0"/>
          <a:ext cx="0" cy="0"/>
          <a:chOff x="0" y="0"/>
          <a:chExt cx="0" cy="0"/>
        </a:xfrm>
      </p:grpSpPr>
      <p:sp>
        <p:nvSpPr>
          <p:cNvPr id="119" name="Google Shape;119;p15" descr="Hình nền Khung Nền Powerpoint Màu Hồng Nhạt, điểm Mạnh, Lý Lịch, Màu Nước  Background Vector để tải xuống miễn phí - Pngtree"/>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0" name="Google Shape;120;p15"/>
          <p:cNvSpPr txBox="1"/>
          <p:nvPr/>
        </p:nvSpPr>
        <p:spPr>
          <a:xfrm>
            <a:off x="4185787" y="456961"/>
            <a:ext cx="8162659" cy="4770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500"/>
              <a:buFont typeface="Times New Roman" panose="02020603050405020304"/>
              <a:buNone/>
            </a:pPr>
            <a:r>
              <a:rPr lang="en-US" sz="2500" b="0" i="0" u="none" strike="noStrike" cap="none">
                <a:solidFill>
                  <a:srgbClr val="1F3864"/>
                </a:solidFill>
                <a:latin typeface="Times New Roman" panose="02020603050405020304"/>
                <a:ea typeface="Times New Roman" panose="02020603050405020304"/>
                <a:cs typeface="Times New Roman" panose="02020603050405020304"/>
                <a:sym typeface="Times New Roman" panose="02020603050405020304"/>
              </a:rPr>
              <a:t>Hãy chọn hình ảnh tương ứng với các từ sau.</a:t>
            </a:r>
            <a:endParaRPr lang="en-US" sz="2500" b="0" i="0" u="none" strike="noStrike" cap="none">
              <a:solidFill>
                <a:srgbClr val="1F3864"/>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21" name="Google Shape;121;p15"/>
          <p:cNvPicPr preferRelativeResize="0"/>
          <p:nvPr/>
        </p:nvPicPr>
        <p:blipFill rotWithShape="1">
          <a:blip r:embed="rId2"/>
          <a:srcRect/>
          <a:stretch>
            <a:fillRect/>
          </a:stretch>
        </p:blipFill>
        <p:spPr>
          <a:xfrm>
            <a:off x="-172085" y="142240"/>
            <a:ext cx="1622425" cy="1544320"/>
          </a:xfrm>
          <a:prstGeom prst="rect">
            <a:avLst/>
          </a:prstGeom>
          <a:noFill/>
          <a:ln>
            <a:noFill/>
          </a:ln>
        </p:spPr>
      </p:pic>
      <p:sp>
        <p:nvSpPr>
          <p:cNvPr id="122" name="Google Shape;122;p15"/>
          <p:cNvSpPr/>
          <p:nvPr/>
        </p:nvSpPr>
        <p:spPr>
          <a:xfrm>
            <a:off x="1200918" y="392222"/>
            <a:ext cx="2666365" cy="686435"/>
          </a:xfrm>
          <a:prstGeom prst="doubleWave">
            <a:avLst>
              <a:gd name="adj1" fmla="val 6250"/>
              <a:gd name="adj2" fmla="val 0"/>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124" name="Google Shape;124;p15"/>
          <p:cNvSpPr txBox="1"/>
          <p:nvPr/>
        </p:nvSpPr>
        <p:spPr>
          <a:xfrm>
            <a:off x="1360170" y="5809358"/>
            <a:ext cx="2601552" cy="906402"/>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2000"/>
              <a:buFont typeface="华文楷体" panose="02010600040101010101" charset="-122"/>
              <a:buNone/>
            </a:pPr>
            <a:r>
              <a:rPr lang="en-US" sz="20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              huàhuà   </a:t>
            </a:r>
            <a:endParaRPr lang="en-US" sz="20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Clr>
                <a:srgbClr val="000000"/>
              </a:buClr>
              <a:buSzPts val="3200"/>
              <a:buFont typeface="楷体" panose="02010609060101010101" charset="-122"/>
              <a:buNone/>
            </a:pP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A.  画画</a:t>
            </a:r>
            <a:endPar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125" name="Google Shape;125;p15"/>
          <p:cNvSpPr txBox="1"/>
          <p:nvPr/>
        </p:nvSpPr>
        <p:spPr>
          <a:xfrm>
            <a:off x="3982085" y="5622290"/>
            <a:ext cx="2023110" cy="1308100"/>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2000"/>
              <a:buFont typeface="华文楷体" panose="02010600040101010101" charset="-122"/>
              <a:buNone/>
            </a:pPr>
            <a:r>
              <a:rPr lang="en-US" sz="20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      guò shēngrì </a:t>
            </a:r>
            <a:endParaRPr lang="en-US" sz="20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Clr>
                <a:srgbClr val="000000"/>
              </a:buClr>
              <a:buSzPts val="3200"/>
              <a:buFont typeface="楷体" panose="02010609060101010101" charset="-122"/>
              <a:buNone/>
            </a:pP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B.</a:t>
            </a:r>
            <a:r>
              <a:rPr lang="en-US" sz="3200">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过生日</a:t>
            </a:r>
            <a:endParaRPr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126" name="Google Shape;126;p15"/>
          <p:cNvSpPr txBox="1"/>
          <p:nvPr/>
        </p:nvSpPr>
        <p:spPr>
          <a:xfrm>
            <a:off x="6778563" y="5661329"/>
            <a:ext cx="1831236" cy="906402"/>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2000"/>
              <a:buFont typeface="华文楷体" panose="02010600040101010101" charset="-122"/>
              <a:buNone/>
            </a:pPr>
            <a:r>
              <a:rPr lang="en-US" sz="20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      hěn  shūfu   </a:t>
            </a:r>
            <a:endParaRPr lang="en-US" sz="20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Clr>
                <a:srgbClr val="000000"/>
              </a:buClr>
              <a:buSzPts val="3200"/>
              <a:buFont typeface="楷体" panose="02010609060101010101" charset="-122"/>
              <a:buNone/>
            </a:pP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C.很舒服</a:t>
            </a:r>
            <a:endPar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127" name="Google Shape;127;p15"/>
          <p:cNvSpPr txBox="1"/>
          <p:nvPr/>
        </p:nvSpPr>
        <p:spPr>
          <a:xfrm>
            <a:off x="9227007" y="5807498"/>
            <a:ext cx="2601552" cy="908262"/>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2000"/>
              <a:buFont typeface="华文楷体" panose="02010600040101010101" charset="-122"/>
              <a:buNone/>
            </a:pPr>
            <a:r>
              <a:rPr lang="en-US" sz="20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         dǎkāi     lǐwù  </a:t>
            </a:r>
            <a:endParaRPr lang="en-US" sz="20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Clr>
                <a:srgbClr val="000000"/>
              </a:buClr>
              <a:buSzPts val="2000"/>
              <a:buFont typeface="华文楷体" panose="02010600040101010101" charset="-122"/>
              <a:buNone/>
            </a:pPr>
            <a:r>
              <a:rPr lang="en-US" sz="20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 </a:t>
            </a: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D.</a:t>
            </a:r>
            <a:r>
              <a:rPr lang="en-US" sz="3200">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打开礼物</a:t>
            </a:r>
            <a:endParaRPr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128" name="Google Shape;128;p15"/>
          <p:cNvSpPr txBox="1"/>
          <p:nvPr/>
        </p:nvSpPr>
        <p:spPr>
          <a:xfrm>
            <a:off x="1669225" y="1330474"/>
            <a:ext cx="480651" cy="411716"/>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2000"/>
              <a:buFont typeface="华文楷体" panose="02010600040101010101" charset="-122"/>
              <a:buNone/>
            </a:pPr>
            <a:r>
              <a:rPr lang="en-US" sz="20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①</a:t>
            </a:r>
            <a:endParaRPr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129" name="Google Shape;129;p15"/>
          <p:cNvSpPr txBox="1"/>
          <p:nvPr/>
        </p:nvSpPr>
        <p:spPr>
          <a:xfrm>
            <a:off x="6652468" y="1330474"/>
            <a:ext cx="480651" cy="411716"/>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2000"/>
              <a:buFont typeface="华文楷体" panose="02010600040101010101" charset="-122"/>
              <a:buNone/>
            </a:pPr>
            <a:r>
              <a:rPr lang="en-US" sz="20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②</a:t>
            </a:r>
            <a:endParaRPr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130" name="Google Shape;130;p15"/>
          <p:cNvSpPr txBox="1"/>
          <p:nvPr/>
        </p:nvSpPr>
        <p:spPr>
          <a:xfrm>
            <a:off x="1669225" y="3487018"/>
            <a:ext cx="480651" cy="411716"/>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2000"/>
              <a:buFont typeface="华文楷体" panose="02010600040101010101" charset="-122"/>
              <a:buNone/>
            </a:pPr>
            <a:r>
              <a:rPr lang="en-US" sz="20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③</a:t>
            </a:r>
            <a:endParaRPr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131" name="Google Shape;131;p15"/>
          <p:cNvSpPr txBox="1"/>
          <p:nvPr/>
        </p:nvSpPr>
        <p:spPr>
          <a:xfrm>
            <a:off x="6652468" y="3487018"/>
            <a:ext cx="480651" cy="411716"/>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2000"/>
              <a:buFont typeface="华文楷体" panose="02010600040101010101" charset="-122"/>
              <a:buNone/>
            </a:pPr>
            <a:r>
              <a:rPr lang="en-US" sz="20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④</a:t>
            </a:r>
            <a:endParaRPr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132" name="Google Shape;132;p15"/>
          <p:cNvSpPr/>
          <p:nvPr/>
        </p:nvSpPr>
        <p:spPr>
          <a:xfrm rot="10800000" flipH="1">
            <a:off x="107188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pic>
        <p:nvPicPr>
          <p:cNvPr id="135" name="Google Shape;135;p15" descr="年轻男士圣诞节打开礼物盒惊喜表情高清图片下载-正版图片501700519-摄图网"/>
          <p:cNvPicPr preferRelativeResize="0"/>
          <p:nvPr/>
        </p:nvPicPr>
        <p:blipFill rotWithShape="1">
          <a:blip r:embed="rId3"/>
          <a:srcRect/>
          <a:stretch>
            <a:fillRect/>
          </a:stretch>
        </p:blipFill>
        <p:spPr>
          <a:xfrm>
            <a:off x="2309537" y="1373951"/>
            <a:ext cx="3138029" cy="2055050"/>
          </a:xfrm>
          <a:prstGeom prst="rect">
            <a:avLst/>
          </a:prstGeom>
          <a:noFill/>
          <a:ln>
            <a:noFill/>
          </a:ln>
        </p:spPr>
      </p:pic>
      <p:pic>
        <p:nvPicPr>
          <p:cNvPr id="136" name="Google Shape;136;p15" descr="Những lời chúc mừng sinh nhật con trai NGẮN GỌN mà TÌNH CẢM"/>
          <p:cNvPicPr preferRelativeResize="0"/>
          <p:nvPr/>
        </p:nvPicPr>
        <p:blipFill rotWithShape="1">
          <a:blip r:embed="rId4"/>
          <a:srcRect/>
          <a:stretch>
            <a:fillRect/>
          </a:stretch>
        </p:blipFill>
        <p:spPr>
          <a:xfrm>
            <a:off x="7384745" y="1373951"/>
            <a:ext cx="3138029" cy="2055049"/>
          </a:xfrm>
          <a:prstGeom prst="rect">
            <a:avLst/>
          </a:prstGeom>
          <a:noFill/>
          <a:ln>
            <a:noFill/>
          </a:ln>
        </p:spPr>
      </p:pic>
      <p:pic>
        <p:nvPicPr>
          <p:cNvPr id="137" name="Google Shape;137;p15" descr="Gợi ý ý tưởng vẽ tranh mùa hè đơn giản cho bé 3 - 5 tuổi"/>
          <p:cNvPicPr preferRelativeResize="0"/>
          <p:nvPr/>
        </p:nvPicPr>
        <p:blipFill rotWithShape="1">
          <a:blip r:embed="rId5"/>
          <a:srcRect/>
          <a:stretch>
            <a:fillRect/>
          </a:stretch>
        </p:blipFill>
        <p:spPr>
          <a:xfrm>
            <a:off x="2309536" y="3580427"/>
            <a:ext cx="3138029" cy="1997096"/>
          </a:xfrm>
          <a:prstGeom prst="rect">
            <a:avLst/>
          </a:prstGeom>
          <a:noFill/>
          <a:ln>
            <a:noFill/>
          </a:ln>
        </p:spPr>
      </p:pic>
      <p:pic>
        <p:nvPicPr>
          <p:cNvPr id="138" name="Google Shape;138;p15" descr="12 mẫu ghế nghe nhạc thư giãn tốt nhất hiện nay"/>
          <p:cNvPicPr preferRelativeResize="0"/>
          <p:nvPr/>
        </p:nvPicPr>
        <p:blipFill rotWithShape="1">
          <a:blip r:embed="rId6"/>
          <a:srcRect/>
          <a:stretch>
            <a:fillRect/>
          </a:stretch>
        </p:blipFill>
        <p:spPr>
          <a:xfrm>
            <a:off x="7384745" y="3580427"/>
            <a:ext cx="3138029" cy="1997096"/>
          </a:xfrm>
          <a:prstGeom prst="rect">
            <a:avLst/>
          </a:prstGeom>
          <a:noFill/>
          <a:ln>
            <a:noFill/>
          </a:ln>
        </p:spPr>
      </p:pic>
      <p:sp>
        <p:nvSpPr>
          <p:cNvPr id="139" name="Google Shape;139;p1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43" name="Shape 143"/>
        <p:cNvGrpSpPr/>
        <p:nvPr/>
      </p:nvGrpSpPr>
      <p:grpSpPr>
        <a:xfrm>
          <a:off x="0" y="0"/>
          <a:ext cx="0" cy="0"/>
          <a:chOff x="0" y="0"/>
          <a:chExt cx="0" cy="0"/>
        </a:xfrm>
      </p:grpSpPr>
      <p:sp>
        <p:nvSpPr>
          <p:cNvPr id="144" name="Google Shape;144;p16"/>
          <p:cNvSpPr/>
          <p:nvPr/>
        </p:nvSpPr>
        <p:spPr>
          <a:xfrm>
            <a:off x="5575852" y="516835"/>
            <a:ext cx="4701209" cy="2246243"/>
          </a:xfrm>
          <a:prstGeom prst="cloud">
            <a:avLst/>
          </a:prstGeom>
          <a:solidFill>
            <a:srgbClr val="B9C6E8"/>
          </a:solidFill>
          <a:ln w="12700" cap="flat" cmpd="sng">
            <a:solidFill>
              <a:srgbClr val="FD87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45" name="Google Shape;145;p16"/>
          <p:cNvSpPr txBox="1"/>
          <p:nvPr/>
        </p:nvSpPr>
        <p:spPr>
          <a:xfrm>
            <a:off x="6096000" y="855126"/>
            <a:ext cx="3948689" cy="15696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9600"/>
              <a:buFont typeface="华文楷体" panose="02010600040101010101" charset="-122"/>
              <a:buNone/>
            </a:pPr>
            <a:r>
              <a:rPr lang="en-US" sz="9600" b="1" i="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课文一</a:t>
            </a:r>
            <a:endParaRPr sz="9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46" name="Google Shape;146;p1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50" name="Shape 150"/>
        <p:cNvGrpSpPr/>
        <p:nvPr/>
      </p:nvGrpSpPr>
      <p:grpSpPr>
        <a:xfrm>
          <a:off x="0" y="0"/>
          <a:ext cx="0" cy="0"/>
          <a:chOff x="0" y="0"/>
          <a:chExt cx="0" cy="0"/>
        </a:xfrm>
      </p:grpSpPr>
      <p:sp>
        <p:nvSpPr>
          <p:cNvPr id="151" name="Google Shape;151;p17"/>
          <p:cNvSpPr/>
          <p:nvPr/>
        </p:nvSpPr>
        <p:spPr>
          <a:xfrm>
            <a:off x="7779597" y="48979"/>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152" name="Google Shape;152;p17"/>
          <p:cNvSpPr/>
          <p:nvPr/>
        </p:nvSpPr>
        <p:spPr>
          <a:xfrm>
            <a:off x="10471997" y="33739"/>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153" name="Google Shape;153;p17"/>
          <p:cNvGrpSpPr/>
          <p:nvPr/>
        </p:nvGrpSpPr>
        <p:grpSpPr>
          <a:xfrm>
            <a:off x="7779597" y="48979"/>
            <a:ext cx="4412403" cy="574040"/>
            <a:chOff x="16320" y="624"/>
            <a:chExt cx="10423" cy="1356"/>
          </a:xfrm>
        </p:grpSpPr>
        <p:sp>
          <p:nvSpPr>
            <p:cNvPr id="154" name="Google Shape;154;p17"/>
            <p:cNvSpPr/>
            <p:nvPr/>
          </p:nvSpPr>
          <p:spPr>
            <a:xfrm>
              <a:off x="16320" y="624"/>
              <a:ext cx="3675" cy="1356"/>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155" name="Google Shape;155;p17"/>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156" name="Google Shape;156;p17"/>
            <p:cNvSpPr txBox="1"/>
            <p:nvPr/>
          </p:nvSpPr>
          <p:spPr>
            <a:xfrm>
              <a:off x="16431" y="746"/>
              <a:ext cx="2813" cy="123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157" name="Google Shape;157;p17"/>
            <p:cNvSpPr txBox="1"/>
            <p:nvPr/>
          </p:nvSpPr>
          <p:spPr>
            <a:xfrm>
              <a:off x="19881" y="745"/>
              <a:ext cx="3636" cy="123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158" name="Google Shape;158;p17"/>
            <p:cNvSpPr txBox="1"/>
            <p:nvPr/>
          </p:nvSpPr>
          <p:spPr>
            <a:xfrm>
              <a:off x="23219" y="746"/>
              <a:ext cx="3524" cy="123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159" name="Google Shape;159;p17"/>
          <p:cNvSpPr/>
          <p:nvPr/>
        </p:nvSpPr>
        <p:spPr>
          <a:xfrm rot="10800000" flipH="1">
            <a:off x="96520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panose="020F0502020204030204"/>
              <a:ea typeface="Calibri" panose="020F0502020204030204"/>
              <a:cs typeface="Calibri" panose="020F0502020204030204"/>
              <a:sym typeface="Calibri" panose="020F0502020204030204"/>
            </a:endParaRPr>
          </a:p>
        </p:txBody>
      </p:sp>
      <p:graphicFrame>
        <p:nvGraphicFramePr>
          <p:cNvPr id="160" name="Google Shape;160;p17"/>
          <p:cNvGraphicFramePr/>
          <p:nvPr/>
        </p:nvGraphicFramePr>
        <p:xfrm>
          <a:off x="925286" y="1463722"/>
          <a:ext cx="10341425" cy="3930525"/>
        </p:xfrm>
        <a:graphic>
          <a:graphicData uri="http://schemas.openxmlformats.org/drawingml/2006/table">
            <a:tbl>
              <a:tblPr firstRow="1">
                <a:noFill/>
                <a:tableStyleId>{616B6170-AF40-4580-B3EE-5425D5FEA18A}</a:tableStyleId>
              </a:tblPr>
              <a:tblGrid>
                <a:gridCol w="681925"/>
                <a:gridCol w="1596400"/>
                <a:gridCol w="1376725"/>
                <a:gridCol w="1669650"/>
                <a:gridCol w="5016725"/>
              </a:tblGrid>
              <a:tr h="841425">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1</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生日</a:t>
                      </a:r>
                      <a:endParaRPr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Shēngrì </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endPar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Sinh nhật</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83450" marB="83450"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r>
              <a:tr h="763400">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2</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忘</a:t>
                      </a:r>
                      <a:endParaRPr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Wàng </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v</a:t>
                      </a:r>
                      <a:endPar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Quên </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83450" marB="83450"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r>
              <a:tr h="763400">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3</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画</a:t>
                      </a:r>
                      <a:endParaRPr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Huà  </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v/n</a:t>
                      </a:r>
                      <a:endParaRPr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Vẽ; bức tranh, bức vẽ</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83450" marB="83450"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r>
              <a:tr h="798900">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4</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画笔</a:t>
                      </a:r>
                      <a:endParaRPr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Huàbǐ  </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endPar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Bút màu, cọ vẽ</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83450" marB="83450"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r>
              <a:tr h="763400">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5</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蛋糕</a:t>
                      </a:r>
                      <a:endParaRPr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Dàn gāo  </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endPar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Bánh kem</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83450" marB="83450"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r>
            </a:tbl>
          </a:graphicData>
        </a:graphic>
      </p:graphicFrame>
      <p:sp>
        <p:nvSpPr>
          <p:cNvPr id="161" name="Google Shape;161;p17"/>
          <p:cNvSpPr txBox="1"/>
          <p:nvPr/>
        </p:nvSpPr>
        <p:spPr>
          <a:xfrm>
            <a:off x="5223426" y="48979"/>
            <a:ext cx="3647863" cy="4914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600" b="1">
                <a:solidFill>
                  <a:schemeClr val="dk1"/>
                </a:solidFill>
                <a:latin typeface="Times New Roman" panose="02020603050405020304"/>
                <a:ea typeface="Times New Roman" panose="02020603050405020304"/>
                <a:cs typeface="Times New Roman" panose="02020603050405020304"/>
                <a:sym typeface="Times New Roman" panose="02020603050405020304"/>
              </a:rPr>
              <a:t>Bài khóa 1</a:t>
            </a:r>
            <a:endParaRPr lang="en-US" sz="26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2" name="Google Shape;162;p1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67" name="Shape 167"/>
        <p:cNvGrpSpPr/>
        <p:nvPr/>
      </p:nvGrpSpPr>
      <p:grpSpPr>
        <a:xfrm>
          <a:off x="0" y="0"/>
          <a:ext cx="0" cy="0"/>
          <a:chOff x="0" y="0"/>
          <a:chExt cx="0" cy="0"/>
        </a:xfrm>
      </p:grpSpPr>
      <p:sp>
        <p:nvSpPr>
          <p:cNvPr id="168" name="Google Shape;168;p18"/>
          <p:cNvSpPr/>
          <p:nvPr/>
        </p:nvSpPr>
        <p:spPr>
          <a:xfrm>
            <a:off x="7682992" y="308864"/>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169" name="Google Shape;169;p18"/>
          <p:cNvSpPr/>
          <p:nvPr/>
        </p:nvSpPr>
        <p:spPr>
          <a:xfrm>
            <a:off x="10375392" y="293624"/>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170" name="Google Shape;170;p18"/>
          <p:cNvGrpSpPr/>
          <p:nvPr/>
        </p:nvGrpSpPr>
        <p:grpSpPr>
          <a:xfrm>
            <a:off x="7682992" y="308864"/>
            <a:ext cx="4412403" cy="574040"/>
            <a:chOff x="16320" y="624"/>
            <a:chExt cx="10423" cy="1356"/>
          </a:xfrm>
        </p:grpSpPr>
        <p:sp>
          <p:nvSpPr>
            <p:cNvPr id="171" name="Google Shape;171;p18"/>
            <p:cNvSpPr/>
            <p:nvPr/>
          </p:nvSpPr>
          <p:spPr>
            <a:xfrm>
              <a:off x="16320" y="624"/>
              <a:ext cx="3675" cy="1356"/>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172" name="Google Shape;172;p18"/>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173" name="Google Shape;173;p18"/>
            <p:cNvSpPr txBox="1"/>
            <p:nvPr/>
          </p:nvSpPr>
          <p:spPr>
            <a:xfrm>
              <a:off x="16431" y="746"/>
              <a:ext cx="2813"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174" name="Google Shape;174;p18"/>
            <p:cNvSpPr txBox="1"/>
            <p:nvPr/>
          </p:nvSpPr>
          <p:spPr>
            <a:xfrm>
              <a:off x="19881" y="745"/>
              <a:ext cx="3636"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175" name="Google Shape;175;p18"/>
            <p:cNvSpPr txBox="1"/>
            <p:nvPr/>
          </p:nvSpPr>
          <p:spPr>
            <a:xfrm>
              <a:off x="23219" y="746"/>
              <a:ext cx="3524"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176" name="Google Shape;176;p18"/>
          <p:cNvSpPr/>
          <p:nvPr/>
        </p:nvSpPr>
        <p:spPr>
          <a:xfrm rot="10800000" flipH="1">
            <a:off x="96520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177" name="Google Shape;177;p18"/>
          <p:cNvSpPr txBox="1"/>
          <p:nvPr/>
        </p:nvSpPr>
        <p:spPr>
          <a:xfrm>
            <a:off x="5258783" y="114342"/>
            <a:ext cx="3647863" cy="4914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600"/>
              <a:buFont typeface="Times New Roman" panose="02020603050405020304"/>
              <a:buNone/>
            </a:pPr>
            <a:r>
              <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1</a:t>
            </a:r>
            <a:endPar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p18"/>
          <p:cNvSpPr txBox="1"/>
          <p:nvPr/>
        </p:nvSpPr>
        <p:spPr>
          <a:xfrm>
            <a:off x="5591052" y="3112653"/>
            <a:ext cx="5956733" cy="2237985"/>
          </a:xfrm>
          <a:prstGeom prst="rect">
            <a:avLst/>
          </a:prstGeom>
          <a:noFill/>
          <a:ln>
            <a:noFill/>
          </a:ln>
        </p:spPr>
        <p:txBody>
          <a:bodyPr spcFirstLastPara="1" wrap="square" lIns="91425" tIns="45700" rIns="91425" bIns="45700" anchor="t" anchorCtr="0">
            <a:spAutoFit/>
          </a:bodyPr>
          <a:lstStyle/>
          <a:p>
            <a:pPr marL="514350" marR="0" lvl="0" indent="-514350" algn="l" rtl="0">
              <a:lnSpc>
                <a:spcPct val="110000"/>
              </a:lnSpc>
              <a:spcBef>
                <a:spcPts val="0"/>
              </a:spcBef>
              <a:spcAft>
                <a:spcPts val="0"/>
              </a:spcAft>
              <a:buClr>
                <a:srgbClr val="000000"/>
              </a:buClr>
              <a:buSzPts val="3200"/>
              <a:buFont typeface="华文楷体" panose="02010600040101010101" charset="-122"/>
              <a:buAutoNum type="arabicPeriod"/>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 我跟朋友过生日，很开心。</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514350" marR="0" lvl="0" indent="-311150" algn="l" rtl="0">
              <a:lnSpc>
                <a:spcPct val="110000"/>
              </a:lnSpc>
              <a:spcBef>
                <a:spcPts val="0"/>
              </a:spcBef>
              <a:spcAft>
                <a:spcPts val="0"/>
              </a:spcAft>
              <a:buClr>
                <a:schemeClr val="dk1"/>
              </a:buClr>
              <a:buSzPts val="3200"/>
              <a:buFont typeface="Calibri" panose="020F0502020204030204"/>
              <a:buNone/>
            </a:pP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514350" marR="0" lvl="0" indent="-514350" algn="l" rtl="0">
              <a:lnSpc>
                <a:spcPct val="110000"/>
              </a:lnSpc>
              <a:spcBef>
                <a:spcPts val="0"/>
              </a:spcBef>
              <a:spcAft>
                <a:spcPts val="0"/>
              </a:spcAft>
              <a:buClr>
                <a:srgbClr val="000000"/>
              </a:buClr>
              <a:buSzPts val="3200"/>
              <a:buFont typeface="华文楷体" panose="02010600040101010101" charset="-122"/>
              <a:buAutoNum type="arabicPeriod"/>
            </a:pPr>
            <a:r>
              <a:rPr lang="en-US"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明天是弟弟的生日，我现在去买</a:t>
            </a: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给他的礼物</a:t>
            </a:r>
            <a:r>
              <a:rPr lang="en-US"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a:t>
            </a:r>
            <a:endParaRPr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aphicFrame>
        <p:nvGraphicFramePr>
          <p:cNvPr id="179" name="Google Shape;179;p18"/>
          <p:cNvGraphicFramePr/>
          <p:nvPr/>
        </p:nvGraphicFramePr>
        <p:xfrm>
          <a:off x="925286" y="1271530"/>
          <a:ext cx="10341425" cy="3000000"/>
        </p:xfrm>
        <a:graphic>
          <a:graphicData uri="http://schemas.openxmlformats.org/drawingml/2006/table">
            <a:tbl>
              <a:tblPr firstRow="1">
                <a:noFill/>
                <a:tableStyleId>{616B6170-AF40-4580-B3EE-5425D5FEA18A}</a:tableStyleId>
              </a:tblPr>
              <a:tblGrid>
                <a:gridCol w="681925"/>
                <a:gridCol w="1596400"/>
                <a:gridCol w="1376725"/>
                <a:gridCol w="1669650"/>
                <a:gridCol w="5016725"/>
              </a:tblGrid>
              <a:tr h="841425">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1</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生日</a:t>
                      </a:r>
                      <a:endParaRPr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Shēngrì </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endPar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Sinh nhật</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83450" marB="83450"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r>
            </a:tbl>
          </a:graphicData>
        </a:graphic>
      </p:graphicFrame>
      <p:pic>
        <p:nvPicPr>
          <p:cNvPr id="180" name="Google Shape;180;p18" descr="我的生日| 华文西贡解放日报"/>
          <p:cNvPicPr preferRelativeResize="0"/>
          <p:nvPr/>
        </p:nvPicPr>
        <p:blipFill rotWithShape="1">
          <a:blip r:embed="rId2"/>
          <a:srcRect/>
          <a:stretch>
            <a:fillRect/>
          </a:stretch>
        </p:blipFill>
        <p:spPr>
          <a:xfrm>
            <a:off x="965200" y="2966275"/>
            <a:ext cx="4113460" cy="2530742"/>
          </a:xfrm>
          <a:prstGeom prst="rect">
            <a:avLst/>
          </a:prstGeom>
          <a:noFill/>
          <a:ln>
            <a:noFill/>
          </a:ln>
        </p:spPr>
      </p:pic>
      <p:sp>
        <p:nvSpPr>
          <p:cNvPr id="181" name="Google Shape;181;p18"/>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8"/>
                                        </p:tgtEl>
                                        <p:attrNameLst>
                                          <p:attrName>style.visibility</p:attrName>
                                        </p:attrNameLst>
                                      </p:cBhvr>
                                      <p:to>
                                        <p:strVal val="visible"/>
                                      </p:to>
                                    </p:set>
                                    <p:animEffect transition="in" filter="fade">
                                      <p:cBhvr>
                                        <p:cTn id="7" dur="500"/>
                                        <p:tgtEl>
                                          <p:spTgt spid="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85" name="Shape 185"/>
        <p:cNvGrpSpPr/>
        <p:nvPr/>
      </p:nvGrpSpPr>
      <p:grpSpPr>
        <a:xfrm>
          <a:off x="0" y="0"/>
          <a:ext cx="0" cy="0"/>
          <a:chOff x="0" y="0"/>
          <a:chExt cx="0" cy="0"/>
        </a:xfrm>
      </p:grpSpPr>
      <p:sp>
        <p:nvSpPr>
          <p:cNvPr id="186" name="Google Shape;186;p19"/>
          <p:cNvSpPr/>
          <p:nvPr/>
        </p:nvSpPr>
        <p:spPr>
          <a:xfrm>
            <a:off x="7682992" y="308864"/>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187" name="Google Shape;187;p19"/>
          <p:cNvSpPr/>
          <p:nvPr/>
        </p:nvSpPr>
        <p:spPr>
          <a:xfrm>
            <a:off x="10375392" y="293624"/>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188" name="Google Shape;188;p19"/>
          <p:cNvGrpSpPr/>
          <p:nvPr/>
        </p:nvGrpSpPr>
        <p:grpSpPr>
          <a:xfrm>
            <a:off x="7682992" y="308864"/>
            <a:ext cx="4412403" cy="574040"/>
            <a:chOff x="16320" y="624"/>
            <a:chExt cx="10423" cy="1356"/>
          </a:xfrm>
        </p:grpSpPr>
        <p:sp>
          <p:nvSpPr>
            <p:cNvPr id="189" name="Google Shape;189;p19"/>
            <p:cNvSpPr/>
            <p:nvPr/>
          </p:nvSpPr>
          <p:spPr>
            <a:xfrm>
              <a:off x="16320" y="624"/>
              <a:ext cx="3675" cy="1356"/>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190" name="Google Shape;190;p19"/>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191" name="Google Shape;191;p19"/>
            <p:cNvSpPr txBox="1"/>
            <p:nvPr/>
          </p:nvSpPr>
          <p:spPr>
            <a:xfrm>
              <a:off x="16431" y="746"/>
              <a:ext cx="2813" cy="123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192" name="Google Shape;192;p19"/>
            <p:cNvSpPr txBox="1"/>
            <p:nvPr/>
          </p:nvSpPr>
          <p:spPr>
            <a:xfrm>
              <a:off x="19881" y="745"/>
              <a:ext cx="3636" cy="123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193" name="Google Shape;193;p19"/>
            <p:cNvSpPr txBox="1"/>
            <p:nvPr/>
          </p:nvSpPr>
          <p:spPr>
            <a:xfrm>
              <a:off x="23219" y="746"/>
              <a:ext cx="3524" cy="123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194" name="Google Shape;194;p19"/>
          <p:cNvSpPr/>
          <p:nvPr/>
        </p:nvSpPr>
        <p:spPr>
          <a:xfrm rot="10800000" flipH="1">
            <a:off x="96520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95" name="Google Shape;195;p19"/>
          <p:cNvSpPr txBox="1"/>
          <p:nvPr/>
        </p:nvSpPr>
        <p:spPr>
          <a:xfrm>
            <a:off x="4815332" y="85534"/>
            <a:ext cx="3647863" cy="4914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600" b="1">
                <a:solidFill>
                  <a:schemeClr val="dk1"/>
                </a:solidFill>
                <a:latin typeface="Times New Roman" panose="02020603050405020304"/>
                <a:ea typeface="Times New Roman" panose="02020603050405020304"/>
                <a:cs typeface="Times New Roman" panose="02020603050405020304"/>
                <a:sym typeface="Times New Roman" panose="02020603050405020304"/>
              </a:rPr>
              <a:t>Bài khóa 1</a:t>
            </a:r>
            <a:endParaRPr lang="en-US" sz="26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196" name="Google Shape;196;p19"/>
          <p:cNvGraphicFramePr/>
          <p:nvPr/>
        </p:nvGraphicFramePr>
        <p:xfrm>
          <a:off x="925286" y="1331314"/>
          <a:ext cx="10341425" cy="3000000"/>
        </p:xfrm>
        <a:graphic>
          <a:graphicData uri="http://schemas.openxmlformats.org/drawingml/2006/table">
            <a:tbl>
              <a:tblPr firstRow="1">
                <a:noFill/>
                <a:tableStyleId>{616B6170-AF40-4580-B3EE-5425D5FEA18A}</a:tableStyleId>
              </a:tblPr>
              <a:tblGrid>
                <a:gridCol w="681925"/>
                <a:gridCol w="1596400"/>
                <a:gridCol w="1376725"/>
                <a:gridCol w="1669650"/>
                <a:gridCol w="5016725"/>
              </a:tblGrid>
              <a:tr h="763400">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2</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忘</a:t>
                      </a:r>
                      <a:endParaRPr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Wàng </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v</a:t>
                      </a:r>
                      <a:endPar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Quên </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83450" marB="83450"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r>
            </a:tbl>
          </a:graphicData>
        </a:graphic>
      </p:graphicFrame>
      <p:pic>
        <p:nvPicPr>
          <p:cNvPr id="197" name="Google Shape;197;p19" descr="忘的笔顺、笔画、笔划顺序- 汉字笔顺查询工具"/>
          <p:cNvPicPr preferRelativeResize="0"/>
          <p:nvPr/>
        </p:nvPicPr>
        <p:blipFill rotWithShape="1">
          <a:blip r:embed="rId2"/>
          <a:srcRect/>
          <a:stretch>
            <a:fillRect/>
          </a:stretch>
        </p:blipFill>
        <p:spPr>
          <a:xfrm>
            <a:off x="925286" y="2960863"/>
            <a:ext cx="2671764" cy="2671764"/>
          </a:xfrm>
          <a:prstGeom prst="rect">
            <a:avLst/>
          </a:prstGeom>
          <a:noFill/>
          <a:ln>
            <a:noFill/>
          </a:ln>
        </p:spPr>
      </p:pic>
      <p:sp>
        <p:nvSpPr>
          <p:cNvPr id="198" name="Google Shape;198;p19"/>
          <p:cNvSpPr txBox="1"/>
          <p:nvPr/>
        </p:nvSpPr>
        <p:spPr>
          <a:xfrm>
            <a:off x="3863222" y="2960863"/>
            <a:ext cx="4864912" cy="2779672"/>
          </a:xfrm>
          <a:prstGeom prst="rect">
            <a:avLst/>
          </a:prstGeom>
          <a:noFill/>
          <a:ln>
            <a:noFill/>
          </a:ln>
        </p:spPr>
        <p:txBody>
          <a:bodyPr spcFirstLastPara="1" wrap="square" lIns="91425" tIns="45700" rIns="91425" bIns="45700" anchor="t" anchorCtr="0">
            <a:spAutoFit/>
          </a:bodyPr>
          <a:lstStyle/>
          <a:p>
            <a:pPr marL="514350" marR="0" lvl="0" indent="-514350" algn="l" rtl="0">
              <a:lnSpc>
                <a:spcPct val="110000"/>
              </a:lnSpc>
              <a:spcBef>
                <a:spcPts val="0"/>
              </a:spcBef>
              <a:spcAft>
                <a:spcPts val="0"/>
              </a:spcAft>
              <a:buClr>
                <a:srgbClr val="000000"/>
              </a:buClr>
              <a:buSzPts val="3200"/>
              <a:buFont typeface="华文楷体" panose="02010600040101010101" charset="-122"/>
              <a:buAutoNum type="arabicPeriod"/>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你就忘了今天是我的生日吗？</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514350" marR="0" lvl="0" indent="-514350" algn="l" rtl="0">
              <a:lnSpc>
                <a:spcPct val="110000"/>
              </a:lnSpc>
              <a:spcBef>
                <a:spcPts val="0"/>
              </a:spcBef>
              <a:spcAft>
                <a:spcPts val="0"/>
              </a:spcAft>
              <a:buClr>
                <a:srgbClr val="000000"/>
              </a:buClr>
              <a:buSzPts val="3200"/>
              <a:buFont typeface="华文楷体" panose="02010600040101010101" charset="-122"/>
              <a:buAutoNum type="arabicPeriod"/>
            </a:pPr>
            <a:r>
              <a:rPr lang="en-US"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怎么办呢？我忘带钱了。</a:t>
            </a:r>
            <a:endParaRPr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514350" marR="0" lvl="0" indent="-514350" algn="l" rtl="0">
              <a:lnSpc>
                <a:spcPct val="110000"/>
              </a:lnSpc>
              <a:spcBef>
                <a:spcPts val="0"/>
              </a:spcBef>
              <a:spcAft>
                <a:spcPts val="0"/>
              </a:spcAft>
              <a:buClr>
                <a:srgbClr val="000000"/>
              </a:buClr>
              <a:buSzPts val="3200"/>
              <a:buFont typeface="华文楷体" panose="02010600040101010101" charset="-122"/>
              <a:buAutoNum type="arabicPeriod"/>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别忘明天我们要去接姐姐。</a:t>
            </a:r>
            <a:endParaRPr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pic>
        <p:nvPicPr>
          <p:cNvPr id="199" name="Google Shape;199;p19" descr="忘记了图库插画、矢量和剪贴画– (2,289 图库插画)"/>
          <p:cNvPicPr preferRelativeResize="0"/>
          <p:nvPr/>
        </p:nvPicPr>
        <p:blipFill rotWithShape="1">
          <a:blip r:embed="rId3"/>
          <a:srcRect/>
          <a:stretch>
            <a:fillRect/>
          </a:stretch>
        </p:blipFill>
        <p:spPr>
          <a:xfrm>
            <a:off x="9073820" y="2849011"/>
            <a:ext cx="2762170" cy="3536626"/>
          </a:xfrm>
          <a:prstGeom prst="rect">
            <a:avLst/>
          </a:prstGeom>
          <a:noFill/>
          <a:ln>
            <a:noFill/>
          </a:ln>
        </p:spPr>
      </p:pic>
      <p:sp>
        <p:nvSpPr>
          <p:cNvPr id="200" name="Google Shape;200;p19"/>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8"/>
                                        </p:tgtEl>
                                        <p:attrNameLst>
                                          <p:attrName>style.visibility</p:attrName>
                                        </p:attrNameLst>
                                      </p:cBhvr>
                                      <p:to>
                                        <p:strVal val="visible"/>
                                      </p:to>
                                    </p:set>
                                    <p:animEffect transition="in" filter="fade">
                                      <p:cBhvr>
                                        <p:cTn id="7" dur="500"/>
                                        <p:tgtEl>
                                          <p:spTgt spid="1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04" name="Shape 204"/>
        <p:cNvGrpSpPr/>
        <p:nvPr/>
      </p:nvGrpSpPr>
      <p:grpSpPr>
        <a:xfrm>
          <a:off x="0" y="0"/>
          <a:ext cx="0" cy="0"/>
          <a:chOff x="0" y="0"/>
          <a:chExt cx="0" cy="0"/>
        </a:xfrm>
      </p:grpSpPr>
      <p:sp>
        <p:nvSpPr>
          <p:cNvPr id="205" name="Google Shape;205;p20"/>
          <p:cNvSpPr/>
          <p:nvPr/>
        </p:nvSpPr>
        <p:spPr>
          <a:xfrm>
            <a:off x="7682992" y="308864"/>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206" name="Google Shape;206;p20"/>
          <p:cNvSpPr/>
          <p:nvPr/>
        </p:nvSpPr>
        <p:spPr>
          <a:xfrm>
            <a:off x="10375392" y="293624"/>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207" name="Google Shape;207;p20"/>
          <p:cNvGrpSpPr/>
          <p:nvPr/>
        </p:nvGrpSpPr>
        <p:grpSpPr>
          <a:xfrm>
            <a:off x="7682992" y="308864"/>
            <a:ext cx="4412403" cy="574040"/>
            <a:chOff x="16320" y="624"/>
            <a:chExt cx="10423" cy="1356"/>
          </a:xfrm>
        </p:grpSpPr>
        <p:sp>
          <p:nvSpPr>
            <p:cNvPr id="208" name="Google Shape;208;p20"/>
            <p:cNvSpPr/>
            <p:nvPr/>
          </p:nvSpPr>
          <p:spPr>
            <a:xfrm>
              <a:off x="16320" y="624"/>
              <a:ext cx="3675" cy="1356"/>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209" name="Google Shape;209;p20"/>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210" name="Google Shape;210;p20"/>
            <p:cNvSpPr txBox="1"/>
            <p:nvPr/>
          </p:nvSpPr>
          <p:spPr>
            <a:xfrm>
              <a:off x="16431" y="746"/>
              <a:ext cx="2813"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211" name="Google Shape;211;p20"/>
            <p:cNvSpPr txBox="1"/>
            <p:nvPr/>
          </p:nvSpPr>
          <p:spPr>
            <a:xfrm>
              <a:off x="19881" y="745"/>
              <a:ext cx="3636"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212" name="Google Shape;212;p20"/>
            <p:cNvSpPr txBox="1"/>
            <p:nvPr/>
          </p:nvSpPr>
          <p:spPr>
            <a:xfrm>
              <a:off x="23219" y="746"/>
              <a:ext cx="3524"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213" name="Google Shape;213;p20"/>
          <p:cNvSpPr/>
          <p:nvPr/>
        </p:nvSpPr>
        <p:spPr>
          <a:xfrm rot="10800000" flipH="1">
            <a:off x="96520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14" name="Google Shape;214;p20"/>
          <p:cNvSpPr txBox="1"/>
          <p:nvPr/>
        </p:nvSpPr>
        <p:spPr>
          <a:xfrm>
            <a:off x="4815332" y="85534"/>
            <a:ext cx="3647863" cy="4914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600"/>
              <a:buFont typeface="Times New Roman" panose="02020603050405020304"/>
              <a:buNone/>
            </a:pPr>
            <a:r>
              <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1</a:t>
            </a:r>
            <a:endPar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215" name="Google Shape;215;p20"/>
          <p:cNvGraphicFramePr/>
          <p:nvPr/>
        </p:nvGraphicFramePr>
        <p:xfrm>
          <a:off x="925286" y="1320658"/>
          <a:ext cx="10341425" cy="3000000"/>
        </p:xfrm>
        <a:graphic>
          <a:graphicData uri="http://schemas.openxmlformats.org/drawingml/2006/table">
            <a:tbl>
              <a:tblPr firstRow="1">
                <a:noFill/>
                <a:tableStyleId>{616B6170-AF40-4580-B3EE-5425D5FEA18A}</a:tableStyleId>
              </a:tblPr>
              <a:tblGrid>
                <a:gridCol w="681925"/>
                <a:gridCol w="1596400"/>
                <a:gridCol w="1376725"/>
                <a:gridCol w="1669650"/>
                <a:gridCol w="5016725"/>
              </a:tblGrid>
              <a:tr h="763400">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3</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画</a:t>
                      </a:r>
                      <a:endParaRPr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Huà  </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v/n</a:t>
                      </a:r>
                      <a:endParaRPr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Vẽ; bức tranh, bức vẽ</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83450" marB="83450"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r>
            </a:tbl>
          </a:graphicData>
        </a:graphic>
      </p:graphicFrame>
      <p:sp>
        <p:nvSpPr>
          <p:cNvPr id="216" name="Google Shape;216;p20"/>
          <p:cNvSpPr txBox="1"/>
          <p:nvPr/>
        </p:nvSpPr>
        <p:spPr>
          <a:xfrm>
            <a:off x="1562815" y="2331794"/>
            <a:ext cx="5921350" cy="49590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2500">
                <a:solidFill>
                  <a:srgbClr val="000000"/>
                </a:solidFill>
                <a:latin typeface="Times New Roman" panose="02020603050405020304"/>
                <a:ea typeface="Times New Roman" panose="02020603050405020304"/>
                <a:cs typeface="Times New Roman" panose="02020603050405020304"/>
                <a:sym typeface="Times New Roman" panose="02020603050405020304"/>
              </a:rPr>
              <a:t>Lượng từ của 画  (bức vẽ) là 幅 fú </a:t>
            </a:r>
            <a:endParaRPr sz="25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17" name="Google Shape;217;p20" descr="JLPT N4漢字】「画」の意味・読み方・書き順 - 日本語NET"/>
          <p:cNvPicPr preferRelativeResize="0"/>
          <p:nvPr/>
        </p:nvPicPr>
        <p:blipFill rotWithShape="1">
          <a:blip r:embed="rId2"/>
          <a:srcRect/>
          <a:stretch>
            <a:fillRect/>
          </a:stretch>
        </p:blipFill>
        <p:spPr>
          <a:xfrm>
            <a:off x="8659389" y="2971378"/>
            <a:ext cx="2488374" cy="2488374"/>
          </a:xfrm>
          <a:prstGeom prst="rect">
            <a:avLst/>
          </a:prstGeom>
          <a:noFill/>
          <a:ln>
            <a:noFill/>
          </a:ln>
        </p:spPr>
      </p:pic>
      <p:pic>
        <p:nvPicPr>
          <p:cNvPr id="218" name="Google Shape;218;p20" descr="画画图片-画画图片素材免费下载-千库网"/>
          <p:cNvPicPr preferRelativeResize="0"/>
          <p:nvPr/>
        </p:nvPicPr>
        <p:blipFill rotWithShape="1">
          <a:blip r:embed="rId3"/>
          <a:srcRect/>
          <a:stretch>
            <a:fillRect/>
          </a:stretch>
        </p:blipFill>
        <p:spPr>
          <a:xfrm>
            <a:off x="1306615" y="2971378"/>
            <a:ext cx="2481285" cy="2488374"/>
          </a:xfrm>
          <a:prstGeom prst="rect">
            <a:avLst/>
          </a:prstGeom>
          <a:noFill/>
          <a:ln>
            <a:noFill/>
          </a:ln>
        </p:spPr>
      </p:pic>
      <p:sp>
        <p:nvSpPr>
          <p:cNvPr id="219" name="Google Shape;219;p20"/>
          <p:cNvSpPr txBox="1"/>
          <p:nvPr/>
        </p:nvSpPr>
        <p:spPr>
          <a:xfrm>
            <a:off x="1804667" y="5641534"/>
            <a:ext cx="1683968" cy="49590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2500">
                <a:solidFill>
                  <a:srgbClr val="000000"/>
                </a:solidFill>
                <a:latin typeface="Times New Roman" panose="02020603050405020304"/>
                <a:ea typeface="Times New Roman" panose="02020603050405020304"/>
                <a:cs typeface="Times New Roman" panose="02020603050405020304"/>
                <a:sym typeface="Times New Roman" panose="02020603050405020304"/>
              </a:rPr>
              <a:t>他在画画。</a:t>
            </a:r>
            <a:endParaRPr sz="25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20" name="Google Shape;220;p20" descr="Follow MY Heart: 画画儿如同旅行"/>
          <p:cNvPicPr preferRelativeResize="0"/>
          <p:nvPr/>
        </p:nvPicPr>
        <p:blipFill rotWithShape="1">
          <a:blip r:embed="rId4"/>
          <a:srcRect/>
          <a:stretch>
            <a:fillRect/>
          </a:stretch>
        </p:blipFill>
        <p:spPr>
          <a:xfrm>
            <a:off x="4649819" y="3048968"/>
            <a:ext cx="3147651" cy="2333194"/>
          </a:xfrm>
          <a:prstGeom prst="rect">
            <a:avLst/>
          </a:prstGeom>
          <a:noFill/>
          <a:ln>
            <a:noFill/>
          </a:ln>
        </p:spPr>
      </p:pic>
      <p:sp>
        <p:nvSpPr>
          <p:cNvPr id="221" name="Google Shape;221;p20"/>
          <p:cNvSpPr txBox="1"/>
          <p:nvPr/>
        </p:nvSpPr>
        <p:spPr>
          <a:xfrm>
            <a:off x="5113265" y="5608427"/>
            <a:ext cx="2220758" cy="49590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2500">
                <a:solidFill>
                  <a:srgbClr val="000000"/>
                </a:solidFill>
                <a:latin typeface="Times New Roman" panose="02020603050405020304"/>
                <a:ea typeface="Times New Roman" panose="02020603050405020304"/>
                <a:cs typeface="Times New Roman" panose="02020603050405020304"/>
                <a:sym typeface="Times New Roman" panose="02020603050405020304"/>
              </a:rPr>
              <a:t>这幅画真漂亮。</a:t>
            </a:r>
            <a:endParaRPr sz="25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20"/>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6"/>
                                        </p:tgtEl>
                                        <p:attrNameLst>
                                          <p:attrName>style.visibility</p:attrName>
                                        </p:attrNameLst>
                                      </p:cBhvr>
                                      <p:to>
                                        <p:strVal val="visible"/>
                                      </p:to>
                                    </p:set>
                                    <p:animEffect transition="in" filter="fade">
                                      <p:cBhvr>
                                        <p:cTn id="7" dur="500"/>
                                        <p:tgtEl>
                                          <p:spTgt spid="2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9"/>
                                        </p:tgtEl>
                                        <p:attrNameLst>
                                          <p:attrName>style.visibility</p:attrName>
                                        </p:attrNameLst>
                                      </p:cBhvr>
                                      <p:to>
                                        <p:strVal val="visible"/>
                                      </p:to>
                                    </p:set>
                                    <p:animEffect transition="in" filter="fade">
                                      <p:cBhvr>
                                        <p:cTn id="12" dur="500"/>
                                        <p:tgtEl>
                                          <p:spTgt spid="2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1"/>
                                        </p:tgtEl>
                                        <p:attrNameLst>
                                          <p:attrName>style.visibility</p:attrName>
                                        </p:attrNameLst>
                                      </p:cBhvr>
                                      <p:to>
                                        <p:strVal val="visible"/>
                                      </p:to>
                                    </p:set>
                                    <p:animEffect transition="in" filter="fade">
                                      <p:cBhvr>
                                        <p:cTn id="17" dur="500"/>
                                        <p:tgtEl>
                                          <p:spTgt spid="2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26" name="Shape 226"/>
        <p:cNvGrpSpPr/>
        <p:nvPr/>
      </p:nvGrpSpPr>
      <p:grpSpPr>
        <a:xfrm>
          <a:off x="0" y="0"/>
          <a:ext cx="0" cy="0"/>
          <a:chOff x="0" y="0"/>
          <a:chExt cx="0" cy="0"/>
        </a:xfrm>
      </p:grpSpPr>
      <p:sp>
        <p:nvSpPr>
          <p:cNvPr id="227" name="Google Shape;227;p21"/>
          <p:cNvSpPr/>
          <p:nvPr/>
        </p:nvSpPr>
        <p:spPr>
          <a:xfrm>
            <a:off x="7682992" y="308864"/>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228" name="Google Shape;228;p21"/>
          <p:cNvSpPr/>
          <p:nvPr/>
        </p:nvSpPr>
        <p:spPr>
          <a:xfrm>
            <a:off x="10375392" y="293624"/>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229" name="Google Shape;229;p21"/>
          <p:cNvGrpSpPr/>
          <p:nvPr/>
        </p:nvGrpSpPr>
        <p:grpSpPr>
          <a:xfrm>
            <a:off x="7682992" y="308864"/>
            <a:ext cx="4412403" cy="574040"/>
            <a:chOff x="16320" y="624"/>
            <a:chExt cx="10423" cy="1356"/>
          </a:xfrm>
        </p:grpSpPr>
        <p:sp>
          <p:nvSpPr>
            <p:cNvPr id="230" name="Google Shape;230;p21"/>
            <p:cNvSpPr/>
            <p:nvPr/>
          </p:nvSpPr>
          <p:spPr>
            <a:xfrm>
              <a:off x="16320" y="624"/>
              <a:ext cx="3675" cy="1356"/>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231" name="Google Shape;231;p21"/>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232" name="Google Shape;232;p21"/>
            <p:cNvSpPr txBox="1"/>
            <p:nvPr/>
          </p:nvSpPr>
          <p:spPr>
            <a:xfrm>
              <a:off x="16431" y="746"/>
              <a:ext cx="2813"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233" name="Google Shape;233;p21"/>
            <p:cNvSpPr txBox="1"/>
            <p:nvPr/>
          </p:nvSpPr>
          <p:spPr>
            <a:xfrm>
              <a:off x="19881" y="745"/>
              <a:ext cx="3636"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234" name="Google Shape;234;p21"/>
            <p:cNvSpPr txBox="1"/>
            <p:nvPr/>
          </p:nvSpPr>
          <p:spPr>
            <a:xfrm>
              <a:off x="23219" y="746"/>
              <a:ext cx="3524"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235" name="Google Shape;235;p21"/>
          <p:cNvSpPr/>
          <p:nvPr/>
        </p:nvSpPr>
        <p:spPr>
          <a:xfrm rot="10800000" flipH="1">
            <a:off x="96520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36" name="Google Shape;236;p21"/>
          <p:cNvSpPr txBox="1"/>
          <p:nvPr/>
        </p:nvSpPr>
        <p:spPr>
          <a:xfrm>
            <a:off x="4815332" y="85534"/>
            <a:ext cx="3647863" cy="4914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600"/>
              <a:buFont typeface="Times New Roman" panose="02020603050405020304"/>
              <a:buNone/>
            </a:pPr>
            <a:r>
              <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1</a:t>
            </a:r>
            <a:endPar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237" name="Google Shape;237;p21"/>
          <p:cNvGraphicFramePr/>
          <p:nvPr/>
        </p:nvGraphicFramePr>
        <p:xfrm>
          <a:off x="925286" y="1293362"/>
          <a:ext cx="10341425" cy="3000000"/>
        </p:xfrm>
        <a:graphic>
          <a:graphicData uri="http://schemas.openxmlformats.org/drawingml/2006/table">
            <a:tbl>
              <a:tblPr firstRow="1">
                <a:noFill/>
                <a:tableStyleId>{616B6170-AF40-4580-B3EE-5425D5FEA18A}</a:tableStyleId>
              </a:tblPr>
              <a:tblGrid>
                <a:gridCol w="681925"/>
                <a:gridCol w="1596400"/>
                <a:gridCol w="1376725"/>
                <a:gridCol w="1669650"/>
                <a:gridCol w="5016725"/>
              </a:tblGrid>
              <a:tr h="798900">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4</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画笔</a:t>
                      </a:r>
                      <a:endParaRPr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Huàbǐ  </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endPar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Bút màu, cọ vẽ</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83450" marB="83450"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r>
            </a:tbl>
          </a:graphicData>
        </a:graphic>
      </p:graphicFrame>
      <p:pic>
        <p:nvPicPr>
          <p:cNvPr id="238" name="Google Shape;238;p21" descr="画笔涂色图片-画笔涂色素材图片大全-摄图网"/>
          <p:cNvPicPr preferRelativeResize="0"/>
          <p:nvPr/>
        </p:nvPicPr>
        <p:blipFill rotWithShape="1">
          <a:blip r:embed="rId2"/>
          <a:srcRect/>
          <a:stretch>
            <a:fillRect/>
          </a:stretch>
        </p:blipFill>
        <p:spPr>
          <a:xfrm>
            <a:off x="1445288" y="2325259"/>
            <a:ext cx="2861277" cy="1810855"/>
          </a:xfrm>
          <a:prstGeom prst="rect">
            <a:avLst/>
          </a:prstGeom>
          <a:noFill/>
          <a:ln>
            <a:noFill/>
          </a:ln>
        </p:spPr>
      </p:pic>
      <p:pic>
        <p:nvPicPr>
          <p:cNvPr id="239" name="Google Shape;239;p21" descr="画笔_百度百科"/>
          <p:cNvPicPr preferRelativeResize="0"/>
          <p:nvPr/>
        </p:nvPicPr>
        <p:blipFill rotWithShape="1">
          <a:blip r:embed="rId3"/>
          <a:srcRect/>
          <a:stretch>
            <a:fillRect/>
          </a:stretch>
        </p:blipFill>
        <p:spPr>
          <a:xfrm>
            <a:off x="9676639" y="1683132"/>
            <a:ext cx="2106166" cy="2106166"/>
          </a:xfrm>
          <a:prstGeom prst="rect">
            <a:avLst/>
          </a:prstGeom>
          <a:noFill/>
          <a:ln>
            <a:noFill/>
          </a:ln>
        </p:spPr>
      </p:pic>
      <p:pic>
        <p:nvPicPr>
          <p:cNvPr id="240" name="Google Shape;240;p21" descr="多色画笔图片-多色画笔素材-多色画笔模板图片下载-千库网"/>
          <p:cNvPicPr preferRelativeResize="0"/>
          <p:nvPr/>
        </p:nvPicPr>
        <p:blipFill rotWithShape="1">
          <a:blip r:embed="rId4"/>
          <a:srcRect/>
          <a:stretch>
            <a:fillRect/>
          </a:stretch>
        </p:blipFill>
        <p:spPr>
          <a:xfrm>
            <a:off x="1445289" y="4369103"/>
            <a:ext cx="2861277" cy="1810855"/>
          </a:xfrm>
          <a:prstGeom prst="rect">
            <a:avLst/>
          </a:prstGeom>
          <a:noFill/>
          <a:ln>
            <a:noFill/>
          </a:ln>
        </p:spPr>
      </p:pic>
      <p:sp>
        <p:nvSpPr>
          <p:cNvPr id="241" name="Google Shape;241;p21"/>
          <p:cNvSpPr txBox="1"/>
          <p:nvPr/>
        </p:nvSpPr>
        <p:spPr>
          <a:xfrm>
            <a:off x="4711378" y="2708424"/>
            <a:ext cx="6037207" cy="3321358"/>
          </a:xfrm>
          <a:prstGeom prst="rect">
            <a:avLst/>
          </a:prstGeom>
          <a:noFill/>
          <a:ln>
            <a:noFill/>
          </a:ln>
        </p:spPr>
        <p:txBody>
          <a:bodyPr spcFirstLastPara="1" wrap="square" lIns="91425" tIns="45700" rIns="91425" bIns="45700" anchor="t" anchorCtr="0">
            <a:spAutoFit/>
          </a:bodyPr>
          <a:lstStyle/>
          <a:p>
            <a:pPr marL="514350" marR="0" lvl="0" indent="-514350" algn="l" rtl="0">
              <a:lnSpc>
                <a:spcPct val="110000"/>
              </a:lnSpc>
              <a:spcBef>
                <a:spcPts val="0"/>
              </a:spcBef>
              <a:spcAft>
                <a:spcPts val="0"/>
              </a:spcAft>
              <a:buClr>
                <a:srgbClr val="000000"/>
              </a:buClr>
              <a:buSzPts val="3200"/>
              <a:buFont typeface="华文楷体" panose="02010600040101010101" charset="-122"/>
              <a:buAutoNum type="arabicPeriod"/>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我忘带画笔了。</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514350" marR="0" lvl="0" indent="-311150" algn="l" rtl="0">
              <a:lnSpc>
                <a:spcPct val="110000"/>
              </a:lnSpc>
              <a:spcBef>
                <a:spcPts val="0"/>
              </a:spcBef>
              <a:spcAft>
                <a:spcPts val="0"/>
              </a:spcAft>
              <a:buClr>
                <a:schemeClr val="dk1"/>
              </a:buClr>
              <a:buSzPts val="3200"/>
              <a:buFont typeface="Calibri" panose="020F0502020204030204"/>
              <a:buNone/>
            </a:pP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514350" marR="0" lvl="0" indent="-514350" algn="l" rtl="0">
              <a:lnSpc>
                <a:spcPct val="110000"/>
              </a:lnSpc>
              <a:spcBef>
                <a:spcPts val="0"/>
              </a:spcBef>
              <a:spcAft>
                <a:spcPts val="0"/>
              </a:spcAft>
              <a:buClr>
                <a:srgbClr val="000000"/>
              </a:buClr>
              <a:buSzPts val="3200"/>
              <a:buFont typeface="华文楷体" panose="02010600040101010101" charset="-122"/>
              <a:buAutoNum type="arabicPeriod"/>
            </a:pPr>
            <a:r>
              <a:rPr lang="en-US"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你的画笔在桌子上，看见了没?</a:t>
            </a:r>
            <a:endParaRPr lang="en-US"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514350" marR="0" lvl="0" indent="-311150" algn="l" rtl="0">
              <a:lnSpc>
                <a:spcPct val="110000"/>
              </a:lnSpc>
              <a:spcBef>
                <a:spcPts val="0"/>
              </a:spcBef>
              <a:spcAft>
                <a:spcPts val="0"/>
              </a:spcAft>
              <a:buClr>
                <a:schemeClr val="dk1"/>
              </a:buClr>
              <a:buSzPts val="3200"/>
              <a:buFont typeface="Calibri" panose="020F0502020204030204"/>
              <a:buNone/>
            </a:pP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514350" marR="0" lvl="0" indent="-514350" algn="l" rtl="0">
              <a:lnSpc>
                <a:spcPct val="110000"/>
              </a:lnSpc>
              <a:spcBef>
                <a:spcPts val="0"/>
              </a:spcBef>
              <a:spcAft>
                <a:spcPts val="0"/>
              </a:spcAft>
              <a:buClr>
                <a:srgbClr val="000000"/>
              </a:buClr>
              <a:buSzPts val="3200"/>
              <a:buFont typeface="华文楷体" panose="02010600040101010101" charset="-122"/>
              <a:buAutoNum type="arabicPeriod"/>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 我准备礼物给他了，就是画笔，他很喜欢画画。</a:t>
            </a:r>
            <a:endParaRPr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242" name="Google Shape;242;p2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1"/>
                                        </p:tgtEl>
                                        <p:attrNameLst>
                                          <p:attrName>style.visibility</p:attrName>
                                        </p:attrNameLst>
                                      </p:cBhvr>
                                      <p:to>
                                        <p:strVal val="visible"/>
                                      </p:to>
                                    </p:set>
                                    <p:animEffect transition="in" filter="fade">
                                      <p:cBhvr>
                                        <p:cTn id="7" dur="500"/>
                                        <p:tgtEl>
                                          <p:spTgt spid="2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46" name="Shape 246"/>
        <p:cNvGrpSpPr/>
        <p:nvPr/>
      </p:nvGrpSpPr>
      <p:grpSpPr>
        <a:xfrm>
          <a:off x="0" y="0"/>
          <a:ext cx="0" cy="0"/>
          <a:chOff x="0" y="0"/>
          <a:chExt cx="0" cy="0"/>
        </a:xfrm>
      </p:grpSpPr>
      <p:sp>
        <p:nvSpPr>
          <p:cNvPr id="247" name="Google Shape;247;p22"/>
          <p:cNvSpPr/>
          <p:nvPr/>
        </p:nvSpPr>
        <p:spPr>
          <a:xfrm>
            <a:off x="7682992" y="308864"/>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248" name="Google Shape;248;p22"/>
          <p:cNvSpPr/>
          <p:nvPr/>
        </p:nvSpPr>
        <p:spPr>
          <a:xfrm>
            <a:off x="10375392" y="293624"/>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249" name="Google Shape;249;p22"/>
          <p:cNvGrpSpPr/>
          <p:nvPr/>
        </p:nvGrpSpPr>
        <p:grpSpPr>
          <a:xfrm>
            <a:off x="7682992" y="308864"/>
            <a:ext cx="4412403" cy="574040"/>
            <a:chOff x="16320" y="624"/>
            <a:chExt cx="10423" cy="1356"/>
          </a:xfrm>
        </p:grpSpPr>
        <p:sp>
          <p:nvSpPr>
            <p:cNvPr id="250" name="Google Shape;250;p22"/>
            <p:cNvSpPr/>
            <p:nvPr/>
          </p:nvSpPr>
          <p:spPr>
            <a:xfrm>
              <a:off x="16320" y="624"/>
              <a:ext cx="3675" cy="1356"/>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251" name="Google Shape;251;p22"/>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252" name="Google Shape;252;p22"/>
            <p:cNvSpPr txBox="1"/>
            <p:nvPr/>
          </p:nvSpPr>
          <p:spPr>
            <a:xfrm>
              <a:off x="16431" y="746"/>
              <a:ext cx="2813"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253" name="Google Shape;253;p22"/>
            <p:cNvSpPr txBox="1"/>
            <p:nvPr/>
          </p:nvSpPr>
          <p:spPr>
            <a:xfrm>
              <a:off x="19881" y="745"/>
              <a:ext cx="3636"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254" name="Google Shape;254;p22"/>
            <p:cNvSpPr txBox="1"/>
            <p:nvPr/>
          </p:nvSpPr>
          <p:spPr>
            <a:xfrm>
              <a:off x="23219" y="746"/>
              <a:ext cx="3524"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255" name="Google Shape;255;p22"/>
          <p:cNvSpPr/>
          <p:nvPr/>
        </p:nvSpPr>
        <p:spPr>
          <a:xfrm rot="10800000" flipH="1">
            <a:off x="96520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56" name="Google Shape;256;p22"/>
          <p:cNvSpPr txBox="1"/>
          <p:nvPr/>
        </p:nvSpPr>
        <p:spPr>
          <a:xfrm>
            <a:off x="4815332" y="85534"/>
            <a:ext cx="3647863" cy="4914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600"/>
              <a:buFont typeface="Times New Roman" panose="02020603050405020304"/>
              <a:buNone/>
            </a:pPr>
            <a:r>
              <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1</a:t>
            </a:r>
            <a:endPar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257" name="Google Shape;257;p22"/>
          <p:cNvGraphicFramePr/>
          <p:nvPr/>
        </p:nvGraphicFramePr>
        <p:xfrm>
          <a:off x="925286" y="1388897"/>
          <a:ext cx="10341425" cy="3000000"/>
        </p:xfrm>
        <a:graphic>
          <a:graphicData uri="http://schemas.openxmlformats.org/drawingml/2006/table">
            <a:tbl>
              <a:tblPr firstRow="1">
                <a:noFill/>
                <a:tableStyleId>{616B6170-AF40-4580-B3EE-5425D5FEA18A}</a:tableStyleId>
              </a:tblPr>
              <a:tblGrid>
                <a:gridCol w="681925"/>
                <a:gridCol w="1596400"/>
                <a:gridCol w="1376725"/>
                <a:gridCol w="1669650"/>
                <a:gridCol w="5016725"/>
              </a:tblGrid>
              <a:tr h="763400">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5</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蛋糕</a:t>
                      </a:r>
                      <a:endParaRPr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Dàn gāo  </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endPar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Bánh kem</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83450" marB="83450"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r>
            </a:tbl>
          </a:graphicData>
        </a:graphic>
      </p:graphicFrame>
      <p:pic>
        <p:nvPicPr>
          <p:cNvPr id="258" name="Google Shape;258;p22" descr="糕餅- Chinese Character Detail Page"/>
          <p:cNvPicPr preferRelativeResize="0"/>
          <p:nvPr/>
        </p:nvPicPr>
        <p:blipFill rotWithShape="1">
          <a:blip r:embed="rId2"/>
          <a:srcRect/>
          <a:stretch>
            <a:fillRect/>
          </a:stretch>
        </p:blipFill>
        <p:spPr>
          <a:xfrm>
            <a:off x="965200" y="4280577"/>
            <a:ext cx="1768061" cy="1917549"/>
          </a:xfrm>
          <a:prstGeom prst="rect">
            <a:avLst/>
          </a:prstGeom>
          <a:noFill/>
          <a:ln>
            <a:noFill/>
          </a:ln>
        </p:spPr>
      </p:pic>
      <p:pic>
        <p:nvPicPr>
          <p:cNvPr id="259" name="Google Shape;259;p22" descr="蛋字笔顺_蛋笔顺结构_蛋笔顺书写"/>
          <p:cNvPicPr preferRelativeResize="0"/>
          <p:nvPr/>
        </p:nvPicPr>
        <p:blipFill rotWithShape="1">
          <a:blip r:embed="rId3"/>
          <a:srcRect/>
          <a:stretch>
            <a:fillRect/>
          </a:stretch>
        </p:blipFill>
        <p:spPr>
          <a:xfrm>
            <a:off x="965200" y="2363028"/>
            <a:ext cx="1768061" cy="1917549"/>
          </a:xfrm>
          <a:prstGeom prst="rect">
            <a:avLst/>
          </a:prstGeom>
          <a:noFill/>
          <a:ln>
            <a:noFill/>
          </a:ln>
        </p:spPr>
      </p:pic>
      <p:pic>
        <p:nvPicPr>
          <p:cNvPr id="260" name="Google Shape;260;p22" descr="法式手指蛋糕"/>
          <p:cNvPicPr preferRelativeResize="0"/>
          <p:nvPr/>
        </p:nvPicPr>
        <p:blipFill rotWithShape="1">
          <a:blip r:embed="rId4"/>
          <a:srcRect/>
          <a:stretch>
            <a:fillRect/>
          </a:stretch>
        </p:blipFill>
        <p:spPr>
          <a:xfrm>
            <a:off x="3016761" y="3321802"/>
            <a:ext cx="2123610" cy="2123610"/>
          </a:xfrm>
          <a:prstGeom prst="rect">
            <a:avLst/>
          </a:prstGeom>
          <a:noFill/>
          <a:ln>
            <a:noFill/>
          </a:ln>
        </p:spPr>
      </p:pic>
      <p:sp>
        <p:nvSpPr>
          <p:cNvPr id="261" name="Google Shape;261;p22"/>
          <p:cNvSpPr txBox="1"/>
          <p:nvPr/>
        </p:nvSpPr>
        <p:spPr>
          <a:xfrm>
            <a:off x="5463786" y="2658297"/>
            <a:ext cx="5802928" cy="3321358"/>
          </a:xfrm>
          <a:prstGeom prst="rect">
            <a:avLst/>
          </a:prstGeom>
          <a:noFill/>
          <a:ln>
            <a:noFill/>
          </a:ln>
        </p:spPr>
        <p:txBody>
          <a:bodyPr spcFirstLastPara="1" wrap="square" lIns="91425" tIns="45700" rIns="91425" bIns="45700" anchor="t" anchorCtr="0">
            <a:spAutoFit/>
          </a:bodyPr>
          <a:lstStyle/>
          <a:p>
            <a:pPr marL="514350" marR="0" lvl="0" indent="-514350" algn="l" rtl="0">
              <a:lnSpc>
                <a:spcPct val="110000"/>
              </a:lnSpc>
              <a:spcBef>
                <a:spcPts val="0"/>
              </a:spcBef>
              <a:spcAft>
                <a:spcPts val="0"/>
              </a:spcAft>
              <a:buClr>
                <a:srgbClr val="000000"/>
              </a:buClr>
              <a:buSzPts val="3200"/>
              <a:buFont typeface="华文楷体" panose="02010600040101010101" charset="-122"/>
              <a:buAutoNum type="arabicPeriod"/>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这块蛋糕怎么样？</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514350" marR="0" lvl="0" indent="-311150" algn="l" rtl="0">
              <a:lnSpc>
                <a:spcPct val="110000"/>
              </a:lnSpc>
              <a:spcBef>
                <a:spcPts val="0"/>
              </a:spcBef>
              <a:spcAft>
                <a:spcPts val="0"/>
              </a:spcAft>
              <a:buClr>
                <a:schemeClr val="dk1"/>
              </a:buClr>
              <a:buSzPts val="3200"/>
              <a:buFont typeface="Calibri" panose="020F0502020204030204"/>
              <a:buNone/>
            </a:pP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514350" marR="0" lvl="0" indent="-514350" algn="l" rtl="0">
              <a:lnSpc>
                <a:spcPct val="110000"/>
              </a:lnSpc>
              <a:spcBef>
                <a:spcPts val="0"/>
              </a:spcBef>
              <a:spcAft>
                <a:spcPts val="0"/>
              </a:spcAft>
              <a:buClr>
                <a:srgbClr val="000000"/>
              </a:buClr>
              <a:buSzPts val="3200"/>
              <a:buFont typeface="华文楷体" panose="02010600040101010101" charset="-122"/>
              <a:buAutoNum type="arabicPeriod"/>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奶奶做的蛋糕很好吃。</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514350" marR="0" lvl="0" indent="-311150" algn="l" rtl="0">
              <a:lnSpc>
                <a:spcPct val="110000"/>
              </a:lnSpc>
              <a:spcBef>
                <a:spcPts val="0"/>
              </a:spcBef>
              <a:spcAft>
                <a:spcPts val="0"/>
              </a:spcAft>
              <a:buClr>
                <a:schemeClr val="dk1"/>
              </a:buClr>
              <a:buSzPts val="3200"/>
              <a:buFont typeface="Calibri" panose="020F0502020204030204"/>
              <a:buNone/>
            </a:pP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514350" marR="0" lvl="0" indent="-514350" algn="l" rtl="0">
              <a:lnSpc>
                <a:spcPct val="110000"/>
              </a:lnSpc>
              <a:spcBef>
                <a:spcPts val="0"/>
              </a:spcBef>
              <a:spcAft>
                <a:spcPts val="0"/>
              </a:spcAft>
              <a:buClr>
                <a:srgbClr val="000000"/>
              </a:buClr>
              <a:buSzPts val="3200"/>
              <a:buFont typeface="华文楷体" panose="02010600040101010101" charset="-122"/>
              <a:buAutoNum type="arabicPeriod"/>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 我去买生日蛋糕，今天是她的生日。</a:t>
            </a:r>
            <a:endParaRPr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262" name="Google Shape;262;p2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1"/>
                                        </p:tgtEl>
                                        <p:attrNameLst>
                                          <p:attrName>style.visibility</p:attrName>
                                        </p:attrNameLst>
                                      </p:cBhvr>
                                      <p:to>
                                        <p:strVal val="visible"/>
                                      </p:to>
                                    </p:set>
                                    <p:animEffect transition="in" filter="fade">
                                      <p:cBhvr>
                                        <p:cTn id="7" dur="500"/>
                                        <p:tgtEl>
                                          <p:spTgt spid="2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67" name="Shape 267"/>
        <p:cNvGrpSpPr/>
        <p:nvPr/>
      </p:nvGrpSpPr>
      <p:grpSpPr>
        <a:xfrm>
          <a:off x="0" y="0"/>
          <a:ext cx="0" cy="0"/>
          <a:chOff x="0" y="0"/>
          <a:chExt cx="0" cy="0"/>
        </a:xfrm>
      </p:grpSpPr>
      <p:sp>
        <p:nvSpPr>
          <p:cNvPr id="268" name="Google Shape;268;p23"/>
          <p:cNvSpPr/>
          <p:nvPr/>
        </p:nvSpPr>
        <p:spPr>
          <a:xfrm rot="10800000" flipH="1">
            <a:off x="6756400" y="821267"/>
            <a:ext cx="6072293" cy="67733"/>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69" name="Google Shape;269;p23"/>
          <p:cNvSpPr/>
          <p:nvPr/>
        </p:nvSpPr>
        <p:spPr>
          <a:xfrm>
            <a:off x="7654290" y="302895"/>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270" name="Google Shape;270;p23"/>
          <p:cNvSpPr/>
          <p:nvPr/>
        </p:nvSpPr>
        <p:spPr>
          <a:xfrm>
            <a:off x="10346690" y="287655"/>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271" name="Google Shape;271;p23"/>
          <p:cNvGrpSpPr/>
          <p:nvPr/>
        </p:nvGrpSpPr>
        <p:grpSpPr>
          <a:xfrm>
            <a:off x="8892117" y="302472"/>
            <a:ext cx="1759373" cy="586317"/>
            <a:chOff x="19244" y="623"/>
            <a:chExt cx="4156" cy="1385"/>
          </a:xfrm>
        </p:grpSpPr>
        <p:sp>
          <p:nvSpPr>
            <p:cNvPr id="272" name="Google Shape;272;p23"/>
            <p:cNvSpPr/>
            <p:nvPr/>
          </p:nvSpPr>
          <p:spPr>
            <a:xfrm>
              <a:off x="19320" y="623"/>
              <a:ext cx="4014" cy="1385"/>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273" name="Google Shape;273;p23"/>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1F3864"/>
                </a:solidFill>
                <a:latin typeface="Calibri" panose="020F0502020204030204"/>
                <a:ea typeface="Calibri" panose="020F0502020204030204"/>
                <a:cs typeface="Calibri" panose="020F0502020204030204"/>
                <a:sym typeface="Calibri" panose="020F0502020204030204"/>
              </a:endParaRPr>
            </a:p>
          </p:txBody>
        </p:sp>
      </p:grpSp>
      <p:sp>
        <p:nvSpPr>
          <p:cNvPr id="274" name="Google Shape;274;p23"/>
          <p:cNvSpPr/>
          <p:nvPr/>
        </p:nvSpPr>
        <p:spPr>
          <a:xfrm rot="10800000" flipH="1">
            <a:off x="96520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panose="020F0502020204030204"/>
              <a:ea typeface="Calibri" panose="020F0502020204030204"/>
              <a:cs typeface="Calibri" panose="020F0502020204030204"/>
              <a:sym typeface="Calibri" panose="020F0502020204030204"/>
            </a:endParaRPr>
          </a:p>
        </p:txBody>
      </p:sp>
      <p:grpSp>
        <p:nvGrpSpPr>
          <p:cNvPr id="275" name="Google Shape;275;p23"/>
          <p:cNvGrpSpPr/>
          <p:nvPr/>
        </p:nvGrpSpPr>
        <p:grpSpPr>
          <a:xfrm>
            <a:off x="7654290" y="367030"/>
            <a:ext cx="4334510" cy="521970"/>
            <a:chOff x="8308" y="4121"/>
            <a:chExt cx="6826" cy="822"/>
          </a:xfrm>
        </p:grpSpPr>
        <p:sp>
          <p:nvSpPr>
            <p:cNvPr id="276" name="Google Shape;276;p23"/>
            <p:cNvSpPr txBox="1"/>
            <p:nvPr/>
          </p:nvSpPr>
          <p:spPr>
            <a:xfrm>
              <a:off x="8308" y="4121"/>
              <a:ext cx="1875" cy="8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277" name="Google Shape;277;p23"/>
            <p:cNvSpPr txBox="1"/>
            <p:nvPr/>
          </p:nvSpPr>
          <p:spPr>
            <a:xfrm>
              <a:off x="10560" y="4121"/>
              <a:ext cx="2424" cy="8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278" name="Google Shape;278;p23"/>
            <p:cNvSpPr txBox="1"/>
            <p:nvPr/>
          </p:nvSpPr>
          <p:spPr>
            <a:xfrm>
              <a:off x="12785" y="4121"/>
              <a:ext cx="2349" cy="8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279" name="Google Shape;279;p23"/>
          <p:cNvSpPr/>
          <p:nvPr/>
        </p:nvSpPr>
        <p:spPr>
          <a:xfrm>
            <a:off x="3605530" y="1030817"/>
            <a:ext cx="4802505" cy="62484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a:solidFill>
                  <a:srgbClr val="002060"/>
                </a:solidFill>
                <a:latin typeface="华文楷体" panose="02010600040101010101" charset="-122"/>
                <a:ea typeface="华文楷体" panose="02010600040101010101" charset="-122"/>
                <a:cs typeface="华文楷体" panose="02010600040101010101" charset="-122"/>
                <a:sym typeface="华文楷体" panose="02010600040101010101" charset="-122"/>
              </a:rPr>
              <a:t>形容词重叠 </a:t>
            </a:r>
            <a:r>
              <a:rPr lang="en-US" sz="2800" b="1">
                <a:solidFill>
                  <a:srgbClr val="002060"/>
                </a:solidFill>
                <a:latin typeface="Times New Roman" panose="02020603050405020304"/>
                <a:ea typeface="Times New Roman" panose="02020603050405020304"/>
                <a:cs typeface="Times New Roman" panose="02020603050405020304"/>
                <a:sym typeface="Times New Roman" panose="02020603050405020304"/>
              </a:rPr>
              <a:t>tính từ lặp lại</a:t>
            </a:r>
            <a:endParaRPr sz="2300" b="1">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80" name="Google Shape;280;p23"/>
          <p:cNvPicPr preferRelativeResize="0"/>
          <p:nvPr/>
        </p:nvPicPr>
        <p:blipFill rotWithShape="1">
          <a:blip r:embed="rId2"/>
          <a:srcRect/>
          <a:stretch>
            <a:fillRect/>
          </a:stretch>
        </p:blipFill>
        <p:spPr>
          <a:xfrm>
            <a:off x="203200" y="25400"/>
            <a:ext cx="1073150" cy="1181100"/>
          </a:xfrm>
          <a:prstGeom prst="rect">
            <a:avLst/>
          </a:prstGeom>
          <a:noFill/>
          <a:ln>
            <a:noFill/>
          </a:ln>
        </p:spPr>
      </p:pic>
      <p:sp>
        <p:nvSpPr>
          <p:cNvPr id="281" name="Google Shape;281;p23"/>
          <p:cNvSpPr/>
          <p:nvPr/>
        </p:nvSpPr>
        <p:spPr>
          <a:xfrm>
            <a:off x="1033621" y="1958034"/>
            <a:ext cx="10209371" cy="3040610"/>
          </a:xfrm>
          <a:prstGeom prst="roundRect">
            <a:avLst>
              <a:gd name="adj" fmla="val 16667"/>
            </a:avLst>
          </a:prstGeom>
          <a:noFill/>
          <a:ln w="38100" cap="flat" cmpd="sng">
            <a:solidFill>
              <a:srgbClr val="C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82" name="Google Shape;282;p23"/>
          <p:cNvSpPr txBox="1"/>
          <p:nvPr/>
        </p:nvSpPr>
        <p:spPr>
          <a:xfrm>
            <a:off x="1468483" y="2300417"/>
            <a:ext cx="9339645"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002060"/>
                </a:solidFill>
                <a:latin typeface="Times New Roman" panose="02020603050405020304"/>
                <a:ea typeface="Times New Roman" panose="02020603050405020304"/>
                <a:cs typeface="Times New Roman" panose="02020603050405020304"/>
                <a:sym typeface="Times New Roman" panose="02020603050405020304"/>
              </a:rPr>
              <a:t>Tính từ đơn âm tiết “A” khi lặp sẽ có dạng: AA </a:t>
            </a:r>
            <a:endParaRPr lang="en-US" sz="2400">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400">
                <a:solidFill>
                  <a:srgbClr val="002060"/>
                </a:solidFill>
                <a:latin typeface="Times New Roman" panose="02020603050405020304"/>
                <a:ea typeface="Times New Roman" panose="02020603050405020304"/>
                <a:cs typeface="Times New Roman" panose="02020603050405020304"/>
                <a:sym typeface="Times New Roman" panose="02020603050405020304"/>
              </a:rPr>
              <a:t>Ví dụ: 绿绿的，热热的</a:t>
            </a:r>
            <a:endParaRPr sz="2400">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400">
                <a:solidFill>
                  <a:srgbClr val="002060"/>
                </a:solidFill>
                <a:latin typeface="Times New Roman" panose="02020603050405020304"/>
                <a:ea typeface="Times New Roman" panose="02020603050405020304"/>
                <a:cs typeface="Times New Roman" panose="02020603050405020304"/>
                <a:sym typeface="Times New Roman" panose="02020603050405020304"/>
              </a:rPr>
              <a:t>Tính từ song âm tiết “AB” khi lặp thường có dạng: AABB </a:t>
            </a:r>
            <a:endParaRPr sz="2400">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400">
                <a:solidFill>
                  <a:srgbClr val="002060"/>
                </a:solidFill>
                <a:latin typeface="Times New Roman" panose="02020603050405020304"/>
                <a:ea typeface="Times New Roman" panose="02020603050405020304"/>
                <a:cs typeface="Times New Roman" panose="02020603050405020304"/>
                <a:sym typeface="Times New Roman" panose="02020603050405020304"/>
              </a:rPr>
              <a:t>Ví dụ: 高高兴兴的，开开心心的</a:t>
            </a:r>
            <a:endParaRPr sz="2400">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400">
                <a:solidFill>
                  <a:srgbClr val="002060"/>
                </a:solidFill>
                <a:latin typeface="Times New Roman" panose="02020603050405020304"/>
                <a:ea typeface="Times New Roman" panose="02020603050405020304"/>
                <a:cs typeface="Times New Roman" panose="02020603050405020304"/>
                <a:sym typeface="Times New Roman" panose="02020603050405020304"/>
              </a:rPr>
              <a:t>👉 Tính từ lặp dùng để nhấn mạnh mức độ (mức độ cao, rất…) hoặc thể hiện cảm xúc yêu thích / trìu mến của người nói.</a:t>
            </a:r>
            <a:endParaRPr lang="en-US" sz="2400">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3" name="Google Shape;283;p23"/>
          <p:cNvSpPr txBox="1"/>
          <p:nvPr/>
        </p:nvSpPr>
        <p:spPr>
          <a:xfrm>
            <a:off x="4987502" y="54916"/>
            <a:ext cx="3647863" cy="4914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600" b="1">
                <a:solidFill>
                  <a:schemeClr val="dk1"/>
                </a:solidFill>
                <a:latin typeface="Times New Roman" panose="02020603050405020304"/>
                <a:ea typeface="Times New Roman" panose="02020603050405020304"/>
                <a:cs typeface="Times New Roman" panose="02020603050405020304"/>
                <a:sym typeface="Times New Roman" panose="02020603050405020304"/>
              </a:rPr>
              <a:t>Bài khóa 1</a:t>
            </a:r>
            <a:endParaRPr lang="en-US" sz="26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4" name="Google Shape;284;p2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1"/>
                                        </p:tgtEl>
                                        <p:attrNameLst>
                                          <p:attrName>style.visibility</p:attrName>
                                        </p:attrNameLst>
                                      </p:cBhvr>
                                      <p:to>
                                        <p:strVal val="visible"/>
                                      </p:to>
                                    </p:set>
                                    <p:animEffect transition="in" filter="fade">
                                      <p:cBhvr>
                                        <p:cTn id="7" dur="500"/>
                                        <p:tgtEl>
                                          <p:spTgt spid="281"/>
                                        </p:tgtEl>
                                      </p:cBhvr>
                                    </p:animEffect>
                                  </p:childTnLst>
                                </p:cTn>
                              </p:par>
                              <p:par>
                                <p:cTn id="8" presetID="10" presetClass="entr" presetSubtype="0" fill="hold" nodeType="withEffect">
                                  <p:stCondLst>
                                    <p:cond delay="0"/>
                                  </p:stCondLst>
                                  <p:childTnLst>
                                    <p:set>
                                      <p:cBhvr>
                                        <p:cTn id="9" dur="1" fill="hold">
                                          <p:stCondLst>
                                            <p:cond delay="0"/>
                                          </p:stCondLst>
                                        </p:cTn>
                                        <p:tgtEl>
                                          <p:spTgt spid="282"/>
                                        </p:tgtEl>
                                        <p:attrNameLst>
                                          <p:attrName>style.visibility</p:attrName>
                                        </p:attrNameLst>
                                      </p:cBhvr>
                                      <p:to>
                                        <p:strVal val="visible"/>
                                      </p:to>
                                    </p:set>
                                    <p:animEffect transition="in" filter="fade">
                                      <p:cBhvr>
                                        <p:cTn id="10" dur="500"/>
                                        <p:tgtEl>
                                          <p:spTgt spid="2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88" name="Shape 288"/>
        <p:cNvGrpSpPr/>
        <p:nvPr/>
      </p:nvGrpSpPr>
      <p:grpSpPr>
        <a:xfrm>
          <a:off x="0" y="0"/>
          <a:ext cx="0" cy="0"/>
          <a:chOff x="0" y="0"/>
          <a:chExt cx="0" cy="0"/>
        </a:xfrm>
      </p:grpSpPr>
      <p:sp>
        <p:nvSpPr>
          <p:cNvPr id="289" name="Google Shape;289;p24"/>
          <p:cNvSpPr/>
          <p:nvPr/>
        </p:nvSpPr>
        <p:spPr>
          <a:xfrm rot="10800000" flipH="1">
            <a:off x="6756400" y="821267"/>
            <a:ext cx="6072293" cy="67733"/>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90" name="Google Shape;290;p24"/>
          <p:cNvSpPr/>
          <p:nvPr/>
        </p:nvSpPr>
        <p:spPr>
          <a:xfrm>
            <a:off x="7654290" y="302895"/>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291" name="Google Shape;291;p24"/>
          <p:cNvSpPr/>
          <p:nvPr/>
        </p:nvSpPr>
        <p:spPr>
          <a:xfrm>
            <a:off x="10346690" y="287655"/>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292" name="Google Shape;292;p24"/>
          <p:cNvGrpSpPr/>
          <p:nvPr/>
        </p:nvGrpSpPr>
        <p:grpSpPr>
          <a:xfrm>
            <a:off x="8892117" y="302472"/>
            <a:ext cx="1759373" cy="586317"/>
            <a:chOff x="19244" y="623"/>
            <a:chExt cx="4156" cy="1385"/>
          </a:xfrm>
        </p:grpSpPr>
        <p:sp>
          <p:nvSpPr>
            <p:cNvPr id="293" name="Google Shape;293;p24"/>
            <p:cNvSpPr/>
            <p:nvPr/>
          </p:nvSpPr>
          <p:spPr>
            <a:xfrm>
              <a:off x="19320" y="623"/>
              <a:ext cx="4014" cy="1385"/>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294" name="Google Shape;294;p24"/>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sp>
        <p:nvSpPr>
          <p:cNvPr id="295" name="Google Shape;295;p24"/>
          <p:cNvSpPr/>
          <p:nvPr/>
        </p:nvSpPr>
        <p:spPr>
          <a:xfrm rot="10800000" flipH="1">
            <a:off x="96520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grpSp>
        <p:nvGrpSpPr>
          <p:cNvPr id="296" name="Google Shape;296;p24"/>
          <p:cNvGrpSpPr/>
          <p:nvPr/>
        </p:nvGrpSpPr>
        <p:grpSpPr>
          <a:xfrm>
            <a:off x="7654290" y="367030"/>
            <a:ext cx="4334510" cy="521970"/>
            <a:chOff x="8308" y="4121"/>
            <a:chExt cx="6826" cy="822"/>
          </a:xfrm>
        </p:grpSpPr>
        <p:sp>
          <p:nvSpPr>
            <p:cNvPr id="297" name="Google Shape;297;p24"/>
            <p:cNvSpPr txBox="1"/>
            <p:nvPr/>
          </p:nvSpPr>
          <p:spPr>
            <a:xfrm>
              <a:off x="8308" y="4121"/>
              <a:ext cx="1875"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298" name="Google Shape;298;p24"/>
            <p:cNvSpPr txBox="1"/>
            <p:nvPr/>
          </p:nvSpPr>
          <p:spPr>
            <a:xfrm>
              <a:off x="10560" y="4121"/>
              <a:ext cx="2424"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299" name="Google Shape;299;p24"/>
            <p:cNvSpPr txBox="1"/>
            <p:nvPr/>
          </p:nvSpPr>
          <p:spPr>
            <a:xfrm>
              <a:off x="12785" y="4121"/>
              <a:ext cx="2349"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pic>
        <p:nvPicPr>
          <p:cNvPr id="300" name="Google Shape;300;p24"/>
          <p:cNvPicPr preferRelativeResize="0"/>
          <p:nvPr/>
        </p:nvPicPr>
        <p:blipFill rotWithShape="1">
          <a:blip r:embed="rId2"/>
          <a:srcRect/>
          <a:stretch>
            <a:fillRect/>
          </a:stretch>
        </p:blipFill>
        <p:spPr>
          <a:xfrm>
            <a:off x="203200" y="25400"/>
            <a:ext cx="1073150" cy="1181100"/>
          </a:xfrm>
          <a:prstGeom prst="rect">
            <a:avLst/>
          </a:prstGeom>
          <a:noFill/>
          <a:ln>
            <a:noFill/>
          </a:ln>
        </p:spPr>
      </p:pic>
      <p:sp>
        <p:nvSpPr>
          <p:cNvPr id="301" name="Google Shape;301;p24"/>
          <p:cNvSpPr txBox="1"/>
          <p:nvPr/>
        </p:nvSpPr>
        <p:spPr>
          <a:xfrm>
            <a:off x="4987502" y="54916"/>
            <a:ext cx="3647863" cy="4914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600"/>
              <a:buFont typeface="Times New Roman" panose="02020603050405020304"/>
              <a:buNone/>
            </a:pPr>
            <a:r>
              <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1</a:t>
            </a:r>
            <a:endPar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2" name="Google Shape;302;p24"/>
          <p:cNvSpPr txBox="1"/>
          <p:nvPr/>
        </p:nvSpPr>
        <p:spPr>
          <a:xfrm>
            <a:off x="2669078" y="5285764"/>
            <a:ext cx="7373111"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91919"/>
              </a:buClr>
              <a:buSzPts val="3200"/>
              <a:buFont typeface="华文楷体" panose="02010600040101010101" charset="-122"/>
              <a:buNone/>
            </a:pPr>
            <a:r>
              <a:rPr lang="en-US" sz="3200" b="0" i="0" u="none" strike="noStrike" cap="none">
                <a:solidFill>
                  <a:srgbClr val="191919"/>
                </a:solidFill>
                <a:latin typeface="华文楷体" panose="02010600040101010101" charset="-122"/>
                <a:ea typeface="华文楷体" panose="02010600040101010101" charset="-122"/>
                <a:cs typeface="华文楷体" panose="02010600040101010101" charset="-122"/>
                <a:sym typeface="华文楷体" panose="02010600040101010101" charset="-122"/>
              </a:rPr>
              <a:t>（1</a:t>
            </a:r>
            <a:r>
              <a:rPr lang="en-US"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）我我再给她买个大大的生日蛋糕。</a:t>
            </a:r>
            <a:r>
              <a:rPr lang="en-US" sz="2400" b="0" i="0" u="none" strike="noStrike" cap="none">
                <a:solidFill>
                  <a:srgbClr val="000000"/>
                </a:solidFill>
                <a:latin typeface="Calibri" panose="020F0502020204030204"/>
                <a:ea typeface="Calibri" panose="020F0502020204030204"/>
                <a:cs typeface="Calibri" panose="020F0502020204030204"/>
                <a:sym typeface="Calibri" panose="020F0502020204030204"/>
              </a:rPr>
              <a:t>	</a:t>
            </a:r>
            <a:endParaRPr sz="24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pic>
        <p:nvPicPr>
          <p:cNvPr id="303" name="Google Shape;303;p24" descr="桌子大蛋糕"/>
          <p:cNvPicPr preferRelativeResize="0"/>
          <p:nvPr/>
        </p:nvPicPr>
        <p:blipFill rotWithShape="1">
          <a:blip r:embed="rId3"/>
          <a:srcRect/>
          <a:stretch>
            <a:fillRect/>
          </a:stretch>
        </p:blipFill>
        <p:spPr>
          <a:xfrm>
            <a:off x="4334446" y="1254454"/>
            <a:ext cx="3665856" cy="3665856"/>
          </a:xfrm>
          <a:prstGeom prst="rect">
            <a:avLst/>
          </a:prstGeom>
          <a:noFill/>
          <a:ln>
            <a:noFill/>
          </a:ln>
        </p:spPr>
      </p:pic>
      <p:sp>
        <p:nvSpPr>
          <p:cNvPr id="304" name="Google Shape;304;p24"/>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2"/>
                                        </p:tgtEl>
                                        <p:attrNameLst>
                                          <p:attrName>style.visibility</p:attrName>
                                        </p:attrNameLst>
                                      </p:cBhvr>
                                      <p:to>
                                        <p:strVal val="visible"/>
                                      </p:to>
                                    </p:set>
                                    <p:anim calcmode="lin" valueType="num">
                                      <p:cBhvr additive="base">
                                        <p:cTn id="7" dur="500"/>
                                        <p:tgtEl>
                                          <p:spTgt spid="302"/>
                                        </p:tgtEl>
                                        <p:attrNameLst>
                                          <p:attrName>ppt_y</p:attrName>
                                        </p:attrNameLst>
                                      </p:cBhvr>
                                      <p:tavLst>
                                        <p:tav tm="0" fmla="">
                                          <p:val>
                                            <p:strVal val="#ppt_y+1"/>
                                          </p:val>
                                        </p:tav>
                                        <p:tav tm="100000" fmla="">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308" name="Shape 308"/>
        <p:cNvGrpSpPr/>
        <p:nvPr/>
      </p:nvGrpSpPr>
      <p:grpSpPr>
        <a:xfrm>
          <a:off x="0" y="0"/>
          <a:ext cx="0" cy="0"/>
          <a:chOff x="0" y="0"/>
          <a:chExt cx="0" cy="0"/>
        </a:xfrm>
      </p:grpSpPr>
      <p:sp>
        <p:nvSpPr>
          <p:cNvPr id="309" name="Google Shape;309;p25"/>
          <p:cNvSpPr/>
          <p:nvPr/>
        </p:nvSpPr>
        <p:spPr>
          <a:xfrm rot="10800000" flipH="1">
            <a:off x="6756400" y="821267"/>
            <a:ext cx="6072293" cy="67733"/>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310" name="Google Shape;310;p25"/>
          <p:cNvSpPr/>
          <p:nvPr/>
        </p:nvSpPr>
        <p:spPr>
          <a:xfrm>
            <a:off x="7654290" y="302895"/>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311" name="Google Shape;311;p25"/>
          <p:cNvSpPr/>
          <p:nvPr/>
        </p:nvSpPr>
        <p:spPr>
          <a:xfrm>
            <a:off x="10346690" y="287655"/>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312" name="Google Shape;312;p25"/>
          <p:cNvGrpSpPr/>
          <p:nvPr/>
        </p:nvGrpSpPr>
        <p:grpSpPr>
          <a:xfrm>
            <a:off x="8892117" y="302472"/>
            <a:ext cx="1759373" cy="586317"/>
            <a:chOff x="19244" y="623"/>
            <a:chExt cx="4156" cy="1385"/>
          </a:xfrm>
        </p:grpSpPr>
        <p:sp>
          <p:nvSpPr>
            <p:cNvPr id="313" name="Google Shape;313;p25"/>
            <p:cNvSpPr/>
            <p:nvPr/>
          </p:nvSpPr>
          <p:spPr>
            <a:xfrm>
              <a:off x="19320" y="623"/>
              <a:ext cx="4014" cy="1385"/>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314" name="Google Shape;314;p25"/>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sp>
        <p:nvSpPr>
          <p:cNvPr id="315" name="Google Shape;315;p25"/>
          <p:cNvSpPr/>
          <p:nvPr/>
        </p:nvSpPr>
        <p:spPr>
          <a:xfrm rot="10800000" flipH="1">
            <a:off x="96520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grpSp>
        <p:nvGrpSpPr>
          <p:cNvPr id="316" name="Google Shape;316;p25"/>
          <p:cNvGrpSpPr/>
          <p:nvPr/>
        </p:nvGrpSpPr>
        <p:grpSpPr>
          <a:xfrm>
            <a:off x="7654290" y="367030"/>
            <a:ext cx="4334510" cy="521970"/>
            <a:chOff x="8308" y="4121"/>
            <a:chExt cx="6826" cy="822"/>
          </a:xfrm>
        </p:grpSpPr>
        <p:sp>
          <p:nvSpPr>
            <p:cNvPr id="317" name="Google Shape;317;p25"/>
            <p:cNvSpPr txBox="1"/>
            <p:nvPr/>
          </p:nvSpPr>
          <p:spPr>
            <a:xfrm>
              <a:off x="8308" y="4121"/>
              <a:ext cx="1875"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318" name="Google Shape;318;p25"/>
            <p:cNvSpPr txBox="1"/>
            <p:nvPr/>
          </p:nvSpPr>
          <p:spPr>
            <a:xfrm>
              <a:off x="10560" y="4121"/>
              <a:ext cx="2424"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319" name="Google Shape;319;p25"/>
            <p:cNvSpPr txBox="1"/>
            <p:nvPr/>
          </p:nvSpPr>
          <p:spPr>
            <a:xfrm>
              <a:off x="12785" y="4121"/>
              <a:ext cx="2349"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pic>
        <p:nvPicPr>
          <p:cNvPr id="320" name="Google Shape;320;p25"/>
          <p:cNvPicPr preferRelativeResize="0"/>
          <p:nvPr/>
        </p:nvPicPr>
        <p:blipFill rotWithShape="1">
          <a:blip r:embed="rId2"/>
          <a:srcRect/>
          <a:stretch>
            <a:fillRect/>
          </a:stretch>
        </p:blipFill>
        <p:spPr>
          <a:xfrm>
            <a:off x="203200" y="25400"/>
            <a:ext cx="1073150" cy="1181100"/>
          </a:xfrm>
          <a:prstGeom prst="rect">
            <a:avLst/>
          </a:prstGeom>
          <a:noFill/>
          <a:ln>
            <a:noFill/>
          </a:ln>
        </p:spPr>
      </p:pic>
      <p:sp>
        <p:nvSpPr>
          <p:cNvPr id="321" name="Google Shape;321;p25"/>
          <p:cNvSpPr txBox="1"/>
          <p:nvPr/>
        </p:nvSpPr>
        <p:spPr>
          <a:xfrm>
            <a:off x="4987502" y="54916"/>
            <a:ext cx="3647863" cy="4914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600"/>
              <a:buFont typeface="Times New Roman" panose="02020603050405020304"/>
              <a:buNone/>
            </a:pPr>
            <a:r>
              <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1</a:t>
            </a:r>
            <a:endPar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22" name="Google Shape;322;p25"/>
          <p:cNvSpPr txBox="1"/>
          <p:nvPr/>
        </p:nvSpPr>
        <p:spPr>
          <a:xfrm>
            <a:off x="2928064" y="5316168"/>
            <a:ext cx="6335872"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91919"/>
              </a:buClr>
              <a:buSzPts val="3200"/>
              <a:buFont typeface="华文楷体" panose="02010600040101010101" charset="-122"/>
              <a:buNone/>
            </a:pPr>
            <a:r>
              <a:rPr lang="en-US" sz="3200" b="0" i="0" u="none" strike="noStrike" cap="none">
                <a:solidFill>
                  <a:srgbClr val="191919"/>
                </a:solidFill>
                <a:latin typeface="华文楷体" panose="02010600040101010101" charset="-122"/>
                <a:ea typeface="华文楷体" panose="02010600040101010101" charset="-122"/>
                <a:cs typeface="华文楷体" panose="02010600040101010101" charset="-122"/>
                <a:sym typeface="华文楷体" panose="02010600040101010101" charset="-122"/>
              </a:rPr>
              <a:t>（</a:t>
            </a:r>
            <a:r>
              <a:rPr lang="en-US" sz="3200">
                <a:solidFill>
                  <a:srgbClr val="191919"/>
                </a:solidFill>
                <a:latin typeface="华文楷体" panose="02010600040101010101" charset="-122"/>
                <a:ea typeface="华文楷体" panose="02010600040101010101" charset="-122"/>
                <a:cs typeface="华文楷体" panose="02010600040101010101" charset="-122"/>
                <a:sym typeface="华文楷体" panose="02010600040101010101" charset="-122"/>
              </a:rPr>
              <a:t>2</a:t>
            </a:r>
            <a:r>
              <a:rPr lang="en-US"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a:t>
            </a: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这只猫小小的，真让人喜欢。</a:t>
            </a:r>
            <a:r>
              <a:rPr lang="en-US" sz="2400">
                <a:solidFill>
                  <a:srgbClr val="000000"/>
                </a:solidFill>
                <a:latin typeface="Calibri" panose="020F0502020204030204"/>
                <a:ea typeface="Calibri" panose="020F0502020204030204"/>
                <a:cs typeface="Calibri" panose="020F0502020204030204"/>
                <a:sym typeface="Calibri" panose="020F0502020204030204"/>
              </a:rPr>
              <a:t> 	</a:t>
            </a:r>
            <a:endParaRPr sz="24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pic>
        <p:nvPicPr>
          <p:cNvPr id="323" name="Google Shape;323;p25" descr="盘点十种非常可爱的小猫咪你最喜欢哪一个品种呢_搜狐网"/>
          <p:cNvPicPr preferRelativeResize="0"/>
          <p:nvPr/>
        </p:nvPicPr>
        <p:blipFill rotWithShape="1">
          <a:blip r:embed="rId3"/>
          <a:srcRect/>
          <a:stretch>
            <a:fillRect/>
          </a:stretch>
        </p:blipFill>
        <p:spPr>
          <a:xfrm>
            <a:off x="4311006" y="1064778"/>
            <a:ext cx="3569988" cy="3953435"/>
          </a:xfrm>
          <a:prstGeom prst="rect">
            <a:avLst/>
          </a:prstGeom>
          <a:noFill/>
          <a:ln>
            <a:noFill/>
          </a:ln>
        </p:spPr>
      </p:pic>
      <p:sp>
        <p:nvSpPr>
          <p:cNvPr id="324" name="Google Shape;324;p2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2"/>
                                        </p:tgtEl>
                                        <p:attrNameLst>
                                          <p:attrName>style.visibility</p:attrName>
                                        </p:attrNameLst>
                                      </p:cBhvr>
                                      <p:to>
                                        <p:strVal val="visible"/>
                                      </p:to>
                                    </p:set>
                                    <p:anim calcmode="lin" valueType="num">
                                      <p:cBhvr additive="base">
                                        <p:cTn id="7" dur="500"/>
                                        <p:tgtEl>
                                          <p:spTgt spid="322"/>
                                        </p:tgtEl>
                                        <p:attrNameLst>
                                          <p:attrName>ppt_y</p:attrName>
                                        </p:attrNameLst>
                                      </p:cBhvr>
                                      <p:tavLst>
                                        <p:tav tm="0" fmla="">
                                          <p:val>
                                            <p:strVal val="#ppt_y+1"/>
                                          </p:val>
                                        </p:tav>
                                        <p:tav tm="100000" fmla="">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328" name="Shape 328"/>
        <p:cNvGrpSpPr/>
        <p:nvPr/>
      </p:nvGrpSpPr>
      <p:grpSpPr>
        <a:xfrm>
          <a:off x="0" y="0"/>
          <a:ext cx="0" cy="0"/>
          <a:chOff x="0" y="0"/>
          <a:chExt cx="0" cy="0"/>
        </a:xfrm>
      </p:grpSpPr>
      <p:sp>
        <p:nvSpPr>
          <p:cNvPr id="329" name="Google Shape;329;p26"/>
          <p:cNvSpPr/>
          <p:nvPr/>
        </p:nvSpPr>
        <p:spPr>
          <a:xfrm rot="10800000" flipH="1">
            <a:off x="6756400" y="821267"/>
            <a:ext cx="6072293" cy="67733"/>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330" name="Google Shape;330;p26"/>
          <p:cNvSpPr/>
          <p:nvPr/>
        </p:nvSpPr>
        <p:spPr>
          <a:xfrm>
            <a:off x="7654290" y="302895"/>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331" name="Google Shape;331;p26"/>
          <p:cNvSpPr/>
          <p:nvPr/>
        </p:nvSpPr>
        <p:spPr>
          <a:xfrm>
            <a:off x="10346690" y="287655"/>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332" name="Google Shape;332;p26"/>
          <p:cNvGrpSpPr/>
          <p:nvPr/>
        </p:nvGrpSpPr>
        <p:grpSpPr>
          <a:xfrm>
            <a:off x="8892117" y="302472"/>
            <a:ext cx="1759373" cy="586317"/>
            <a:chOff x="19244" y="623"/>
            <a:chExt cx="4156" cy="1385"/>
          </a:xfrm>
        </p:grpSpPr>
        <p:sp>
          <p:nvSpPr>
            <p:cNvPr id="333" name="Google Shape;333;p26"/>
            <p:cNvSpPr/>
            <p:nvPr/>
          </p:nvSpPr>
          <p:spPr>
            <a:xfrm>
              <a:off x="19320" y="623"/>
              <a:ext cx="4014" cy="1385"/>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334" name="Google Shape;334;p26"/>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sp>
        <p:nvSpPr>
          <p:cNvPr id="335" name="Google Shape;335;p26"/>
          <p:cNvSpPr/>
          <p:nvPr/>
        </p:nvSpPr>
        <p:spPr>
          <a:xfrm rot="10800000" flipH="1">
            <a:off x="96520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grpSp>
        <p:nvGrpSpPr>
          <p:cNvPr id="336" name="Google Shape;336;p26"/>
          <p:cNvGrpSpPr/>
          <p:nvPr/>
        </p:nvGrpSpPr>
        <p:grpSpPr>
          <a:xfrm>
            <a:off x="7654290" y="367030"/>
            <a:ext cx="4334510" cy="521970"/>
            <a:chOff x="8308" y="4121"/>
            <a:chExt cx="6826" cy="822"/>
          </a:xfrm>
        </p:grpSpPr>
        <p:sp>
          <p:nvSpPr>
            <p:cNvPr id="337" name="Google Shape;337;p26"/>
            <p:cNvSpPr txBox="1"/>
            <p:nvPr/>
          </p:nvSpPr>
          <p:spPr>
            <a:xfrm>
              <a:off x="8308" y="4121"/>
              <a:ext cx="1875"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338" name="Google Shape;338;p26"/>
            <p:cNvSpPr txBox="1"/>
            <p:nvPr/>
          </p:nvSpPr>
          <p:spPr>
            <a:xfrm>
              <a:off x="10560" y="4121"/>
              <a:ext cx="2424"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339" name="Google Shape;339;p26"/>
            <p:cNvSpPr txBox="1"/>
            <p:nvPr/>
          </p:nvSpPr>
          <p:spPr>
            <a:xfrm>
              <a:off x="12785" y="4121"/>
              <a:ext cx="2349"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pic>
        <p:nvPicPr>
          <p:cNvPr id="340" name="Google Shape;340;p26"/>
          <p:cNvPicPr preferRelativeResize="0"/>
          <p:nvPr/>
        </p:nvPicPr>
        <p:blipFill rotWithShape="1">
          <a:blip r:embed="rId2"/>
          <a:srcRect/>
          <a:stretch>
            <a:fillRect/>
          </a:stretch>
        </p:blipFill>
        <p:spPr>
          <a:xfrm>
            <a:off x="203200" y="25400"/>
            <a:ext cx="1073150" cy="1181100"/>
          </a:xfrm>
          <a:prstGeom prst="rect">
            <a:avLst/>
          </a:prstGeom>
          <a:noFill/>
          <a:ln>
            <a:noFill/>
          </a:ln>
        </p:spPr>
      </p:pic>
      <p:sp>
        <p:nvSpPr>
          <p:cNvPr id="341" name="Google Shape;341;p26"/>
          <p:cNvSpPr txBox="1"/>
          <p:nvPr/>
        </p:nvSpPr>
        <p:spPr>
          <a:xfrm>
            <a:off x="4987502" y="54916"/>
            <a:ext cx="3647863" cy="4914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600"/>
              <a:buFont typeface="Times New Roman" panose="02020603050405020304"/>
              <a:buNone/>
            </a:pPr>
            <a:r>
              <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1</a:t>
            </a:r>
            <a:endPar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42" name="Google Shape;342;p26"/>
          <p:cNvSpPr txBox="1"/>
          <p:nvPr/>
        </p:nvSpPr>
        <p:spPr>
          <a:xfrm>
            <a:off x="2703066" y="5359112"/>
            <a:ext cx="7299844"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91919"/>
              </a:buClr>
              <a:buSzPts val="3200"/>
              <a:buFont typeface="华文楷体" panose="02010600040101010101" charset="-122"/>
              <a:buNone/>
            </a:pPr>
            <a:r>
              <a:rPr lang="en-US" sz="3200" b="0" i="0" u="none" strike="noStrike" cap="none">
                <a:solidFill>
                  <a:srgbClr val="191919"/>
                </a:solidFill>
                <a:latin typeface="华文楷体" panose="02010600040101010101" charset="-122"/>
                <a:ea typeface="华文楷体" panose="02010600040101010101" charset="-122"/>
                <a:cs typeface="华文楷体" panose="02010600040101010101" charset="-122"/>
                <a:sym typeface="华文楷体" panose="02010600040101010101" charset="-122"/>
              </a:rPr>
              <a:t>（</a:t>
            </a:r>
            <a:r>
              <a:rPr lang="en-US" sz="3200">
                <a:solidFill>
                  <a:srgbClr val="191919"/>
                </a:solidFill>
                <a:latin typeface="华文楷体" panose="02010600040101010101" charset="-122"/>
                <a:ea typeface="华文楷体" panose="02010600040101010101" charset="-122"/>
                <a:cs typeface="华文楷体" panose="02010600040101010101" charset="-122"/>
                <a:sym typeface="华文楷体" panose="02010600040101010101" charset="-122"/>
              </a:rPr>
              <a:t>3</a:t>
            </a:r>
            <a:r>
              <a:rPr lang="en-US"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）一雪的女儿每天都漂漂亮亮的。</a:t>
            </a:r>
            <a:endParaRPr sz="24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pic>
        <p:nvPicPr>
          <p:cNvPr id="343" name="Google Shape;343;p26" descr="母亲和女儿聊天图片-母亲和女儿聊天图片素材免费下载-千库网"/>
          <p:cNvPicPr preferRelativeResize="0"/>
          <p:nvPr/>
        </p:nvPicPr>
        <p:blipFill rotWithShape="1">
          <a:blip r:embed="rId3"/>
          <a:srcRect/>
          <a:stretch>
            <a:fillRect/>
          </a:stretch>
        </p:blipFill>
        <p:spPr>
          <a:xfrm>
            <a:off x="4182315" y="1206500"/>
            <a:ext cx="3827369" cy="3838304"/>
          </a:xfrm>
          <a:prstGeom prst="rect">
            <a:avLst/>
          </a:prstGeom>
          <a:noFill/>
          <a:ln>
            <a:noFill/>
          </a:ln>
        </p:spPr>
      </p:pic>
      <p:sp>
        <p:nvSpPr>
          <p:cNvPr id="344" name="Google Shape;344;p2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2"/>
                                        </p:tgtEl>
                                        <p:attrNameLst>
                                          <p:attrName>style.visibility</p:attrName>
                                        </p:attrNameLst>
                                      </p:cBhvr>
                                      <p:to>
                                        <p:strVal val="visible"/>
                                      </p:to>
                                    </p:set>
                                    <p:anim calcmode="lin" valueType="num">
                                      <p:cBhvr additive="base">
                                        <p:cTn id="7" dur="500"/>
                                        <p:tgtEl>
                                          <p:spTgt spid="342"/>
                                        </p:tgtEl>
                                        <p:attrNameLst>
                                          <p:attrName>ppt_y</p:attrName>
                                        </p:attrNameLst>
                                      </p:cBhvr>
                                      <p:tavLst>
                                        <p:tav tm="0" fmla="">
                                          <p:val>
                                            <p:strVal val="#ppt_y+1"/>
                                          </p:val>
                                        </p:tav>
                                        <p:tav tm="100000" fmla="">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348" name="Shape 348"/>
        <p:cNvGrpSpPr/>
        <p:nvPr/>
      </p:nvGrpSpPr>
      <p:grpSpPr>
        <a:xfrm>
          <a:off x="0" y="0"/>
          <a:ext cx="0" cy="0"/>
          <a:chOff x="0" y="0"/>
          <a:chExt cx="0" cy="0"/>
        </a:xfrm>
      </p:grpSpPr>
      <p:sp>
        <p:nvSpPr>
          <p:cNvPr id="349" name="Google Shape;349;p27"/>
          <p:cNvSpPr/>
          <p:nvPr/>
        </p:nvSpPr>
        <p:spPr>
          <a:xfrm>
            <a:off x="1422109" y="364853"/>
            <a:ext cx="2559582" cy="732372"/>
          </a:xfrm>
          <a:prstGeom prst="doubleWave">
            <a:avLst>
              <a:gd name="adj1" fmla="val 6250"/>
              <a:gd name="adj2" fmla="val 0"/>
            </a:avLst>
          </a:prstGeom>
          <a:solidFill>
            <a:srgbClr val="B3C6E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350" name="Google Shape;350;p27"/>
          <p:cNvSpPr/>
          <p:nvPr/>
        </p:nvSpPr>
        <p:spPr>
          <a:xfrm rot="10800000" flipH="1">
            <a:off x="96520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351" name="Google Shape;351;p27"/>
          <p:cNvPicPr preferRelativeResize="0"/>
          <p:nvPr/>
        </p:nvPicPr>
        <p:blipFill rotWithShape="1">
          <a:blip r:embed="rId2"/>
          <a:srcRect/>
          <a:stretch>
            <a:fillRect/>
          </a:stretch>
        </p:blipFill>
        <p:spPr>
          <a:xfrm>
            <a:off x="40822" y="42855"/>
            <a:ext cx="1504315" cy="1558290"/>
          </a:xfrm>
          <a:prstGeom prst="rect">
            <a:avLst/>
          </a:prstGeom>
          <a:noFill/>
          <a:ln>
            <a:noFill/>
          </a:ln>
        </p:spPr>
      </p:pic>
      <p:sp>
        <p:nvSpPr>
          <p:cNvPr id="352" name="Google Shape;352;p27"/>
          <p:cNvSpPr txBox="1"/>
          <p:nvPr/>
        </p:nvSpPr>
        <p:spPr>
          <a:xfrm>
            <a:off x="1545137" y="439256"/>
            <a:ext cx="2460752" cy="5835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练习 </a:t>
            </a:r>
            <a:r>
              <a:rPr lang="en-US" sz="2400">
                <a:solidFill>
                  <a:srgbClr val="1F3864"/>
                </a:solidFill>
                <a:latin typeface="Times New Roman" panose="02020603050405020304"/>
                <a:ea typeface="Times New Roman" panose="02020603050405020304"/>
                <a:cs typeface="Times New Roman" panose="02020603050405020304"/>
                <a:sym typeface="Times New Roman" panose="02020603050405020304"/>
              </a:rPr>
              <a:t>luyện tập</a:t>
            </a:r>
            <a:endParaRPr sz="2400">
              <a:solidFill>
                <a:srgbClr val="1F386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53" name="Google Shape;353;p27"/>
          <p:cNvSpPr/>
          <p:nvPr/>
        </p:nvSpPr>
        <p:spPr>
          <a:xfrm>
            <a:off x="1277208" y="1115477"/>
            <a:ext cx="4731332" cy="624840"/>
          </a:xfrm>
          <a:prstGeom prst="rect">
            <a:avLst/>
          </a:prstGeom>
          <a:no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None/>
            </a:pPr>
            <a:r>
              <a:rPr lang="en-US" sz="2800" b="1">
                <a:solidFill>
                  <a:srgbClr val="002060"/>
                </a:solidFill>
                <a:latin typeface="楷体" panose="02010609060101010101" charset="-122"/>
                <a:ea typeface="楷体" panose="02010609060101010101" charset="-122"/>
                <a:cs typeface="楷体" panose="02010609060101010101" charset="-122"/>
                <a:sym typeface="楷体" panose="02010609060101010101" charset="-122"/>
              </a:rPr>
              <a:t>完成对话 </a:t>
            </a:r>
            <a:r>
              <a:rPr lang="en-US" sz="2400" b="1">
                <a:solidFill>
                  <a:srgbClr val="002060"/>
                </a:solidFill>
                <a:latin typeface="Times New Roman" panose="02020603050405020304"/>
                <a:ea typeface="Times New Roman" panose="02020603050405020304"/>
                <a:cs typeface="Times New Roman" panose="02020603050405020304"/>
                <a:sym typeface="Times New Roman" panose="02020603050405020304"/>
              </a:rPr>
              <a:t>Hoàn thành hội thoại</a:t>
            </a:r>
            <a:endParaRPr sz="2400">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54" name="Google Shape;354;p27"/>
          <p:cNvSpPr txBox="1"/>
          <p:nvPr/>
        </p:nvSpPr>
        <p:spPr>
          <a:xfrm>
            <a:off x="1545137" y="1472565"/>
            <a:ext cx="9410392" cy="452431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a:p>
            <a:pPr marL="0" marR="0" lvl="0" indent="0" algn="l" rtl="0">
              <a:spcBef>
                <a:spcPts val="0"/>
              </a:spcBef>
              <a:spcAft>
                <a:spcPts val="0"/>
              </a:spcAft>
              <a:buNone/>
            </a:pPr>
            <a:r>
              <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rPr>
              <a:t>(1)A：今天买的苹果………。</a:t>
            </a:r>
            <a:endParaRPr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a:p>
            <a:pPr marL="0" marR="0" lvl="0" indent="0" algn="l" rtl="0">
              <a:spcBef>
                <a:spcPts val="0"/>
              </a:spcBef>
              <a:spcAft>
                <a:spcPts val="0"/>
              </a:spcAft>
              <a:buNone/>
            </a:pPr>
            <a:r>
              <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rPr>
              <a:t>   </a:t>
            </a:r>
            <a:r>
              <a:rPr lang="en-US" sz="3200">
                <a:solidFill>
                  <a:schemeClr val="dk1"/>
                </a:solidFill>
                <a:latin typeface="Calibri" panose="020F0502020204030204"/>
                <a:ea typeface="Calibri" panose="020F0502020204030204"/>
                <a:cs typeface="Calibri" panose="020F0502020204030204"/>
                <a:sym typeface="Calibri" panose="020F0502020204030204"/>
              </a:rPr>
              <a:t>B：</a:t>
            </a:r>
            <a:r>
              <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rPr>
              <a:t>我吃了一个，也很好吃。</a:t>
            </a:r>
            <a:endParaRPr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a:p>
            <a:pPr marL="0" marR="0" lvl="0" indent="0" algn="l" rtl="0">
              <a:spcBef>
                <a:spcPts val="0"/>
              </a:spcBef>
              <a:spcAft>
                <a:spcPts val="0"/>
              </a:spcAft>
              <a:buNone/>
            </a:pPr>
            <a:endParaRPr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a:p>
            <a:pPr marL="0" marR="0" lvl="0" indent="0" algn="l" rtl="0">
              <a:spcBef>
                <a:spcPts val="0"/>
              </a:spcBef>
              <a:spcAft>
                <a:spcPts val="0"/>
              </a:spcAft>
              <a:buNone/>
            </a:pPr>
            <a:r>
              <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rPr>
              <a:t>(2)A：这家饭店的饺子………，我一次能吃二十个。</a:t>
            </a:r>
            <a:endParaRPr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a:p>
            <a:pPr marL="0" marR="0" lvl="0" indent="0" algn="l" rtl="0">
              <a:spcBef>
                <a:spcPts val="0"/>
              </a:spcBef>
              <a:spcAft>
                <a:spcPts val="0"/>
              </a:spcAft>
              <a:buNone/>
            </a:pPr>
            <a:r>
              <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rPr>
              <a:t>   B：吃吧，我知道你爱吃饺子。</a:t>
            </a:r>
            <a:endParaRPr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a:p>
            <a:pPr marL="0" marR="0" lvl="0" indent="0" algn="l" rtl="0">
              <a:spcBef>
                <a:spcPts val="0"/>
              </a:spcBef>
              <a:spcAft>
                <a:spcPts val="0"/>
              </a:spcAft>
              <a:buNone/>
            </a:pPr>
            <a:endParaRPr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a:p>
            <a:pPr marL="0" marR="0" lvl="0" indent="0" algn="l" rtl="0">
              <a:spcBef>
                <a:spcPts val="0"/>
              </a:spcBef>
              <a:spcAft>
                <a:spcPts val="0"/>
              </a:spcAft>
              <a:buNone/>
            </a:pPr>
            <a:r>
              <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rPr>
              <a:t>(3)A：这几天你在家………休息，别出去了。</a:t>
            </a:r>
            <a:endParaRPr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a:p>
            <a:pPr marL="0" marR="0" lvl="0" indent="0" algn="l" rtl="0">
              <a:spcBef>
                <a:spcPts val="0"/>
              </a:spcBef>
              <a:spcAft>
                <a:spcPts val="0"/>
              </a:spcAft>
              <a:buNone/>
            </a:pPr>
            <a:r>
              <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rPr>
              <a:t>   B：好的，我也觉得太累了。</a:t>
            </a:r>
            <a:endParaRPr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355" name="Google Shape;355;p2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359" name="Shape 359"/>
        <p:cNvGrpSpPr/>
        <p:nvPr/>
      </p:nvGrpSpPr>
      <p:grpSpPr>
        <a:xfrm>
          <a:off x="0" y="0"/>
          <a:ext cx="0" cy="0"/>
          <a:chOff x="0" y="0"/>
          <a:chExt cx="0" cy="0"/>
        </a:xfrm>
      </p:grpSpPr>
      <p:sp>
        <p:nvSpPr>
          <p:cNvPr id="360" name="Google Shape;360;p28"/>
          <p:cNvSpPr/>
          <p:nvPr/>
        </p:nvSpPr>
        <p:spPr>
          <a:xfrm>
            <a:off x="7664253" y="126750"/>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361" name="Google Shape;361;p28"/>
          <p:cNvSpPr/>
          <p:nvPr/>
        </p:nvSpPr>
        <p:spPr>
          <a:xfrm>
            <a:off x="10356653" y="111510"/>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362" name="Google Shape;362;p28"/>
          <p:cNvGrpSpPr/>
          <p:nvPr/>
        </p:nvGrpSpPr>
        <p:grpSpPr>
          <a:xfrm>
            <a:off x="8902080" y="117013"/>
            <a:ext cx="2999740" cy="583777"/>
            <a:chOff x="19244" y="601"/>
            <a:chExt cx="7086" cy="1379"/>
          </a:xfrm>
        </p:grpSpPr>
        <p:sp>
          <p:nvSpPr>
            <p:cNvPr id="363" name="Google Shape;363;p28"/>
            <p:cNvSpPr/>
            <p:nvPr/>
          </p:nvSpPr>
          <p:spPr>
            <a:xfrm>
              <a:off x="22680" y="601"/>
              <a:ext cx="3650" cy="1379"/>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364" name="Google Shape;364;p28"/>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sp>
        <p:nvSpPr>
          <p:cNvPr id="365" name="Google Shape;365;p28"/>
          <p:cNvSpPr/>
          <p:nvPr/>
        </p:nvSpPr>
        <p:spPr>
          <a:xfrm rot="10800000" flipH="1">
            <a:off x="101600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pic>
        <p:nvPicPr>
          <p:cNvPr id="366" name="Google Shape;366;p28"/>
          <p:cNvPicPr preferRelativeResize="0"/>
          <p:nvPr/>
        </p:nvPicPr>
        <p:blipFill rotWithShape="1">
          <a:blip r:embed="rId2"/>
          <a:srcRect/>
          <a:stretch>
            <a:fillRect/>
          </a:stretch>
        </p:blipFill>
        <p:spPr>
          <a:xfrm>
            <a:off x="3450" y="-35349"/>
            <a:ext cx="1074420" cy="1362710"/>
          </a:xfrm>
          <a:prstGeom prst="rect">
            <a:avLst/>
          </a:prstGeom>
          <a:noFill/>
          <a:ln>
            <a:noFill/>
          </a:ln>
        </p:spPr>
      </p:pic>
      <p:grpSp>
        <p:nvGrpSpPr>
          <p:cNvPr id="367" name="Google Shape;367;p28"/>
          <p:cNvGrpSpPr/>
          <p:nvPr/>
        </p:nvGrpSpPr>
        <p:grpSpPr>
          <a:xfrm>
            <a:off x="7706798" y="178185"/>
            <a:ext cx="4338955" cy="521970"/>
            <a:chOff x="9301" y="3878"/>
            <a:chExt cx="6833" cy="822"/>
          </a:xfrm>
        </p:grpSpPr>
        <p:sp>
          <p:nvSpPr>
            <p:cNvPr id="368" name="Google Shape;368;p28"/>
            <p:cNvSpPr txBox="1"/>
            <p:nvPr/>
          </p:nvSpPr>
          <p:spPr>
            <a:xfrm>
              <a:off x="9301" y="3878"/>
              <a:ext cx="1875"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369" name="Google Shape;369;p28"/>
            <p:cNvSpPr txBox="1"/>
            <p:nvPr/>
          </p:nvSpPr>
          <p:spPr>
            <a:xfrm>
              <a:off x="11616" y="3878"/>
              <a:ext cx="2424"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370" name="Google Shape;370;p28"/>
            <p:cNvSpPr txBox="1"/>
            <p:nvPr/>
          </p:nvSpPr>
          <p:spPr>
            <a:xfrm>
              <a:off x="13785" y="3878"/>
              <a:ext cx="2349"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371" name="Google Shape;371;p28"/>
          <p:cNvSpPr txBox="1"/>
          <p:nvPr/>
        </p:nvSpPr>
        <p:spPr>
          <a:xfrm>
            <a:off x="1029091" y="1551479"/>
            <a:ext cx="1140040" cy="533223"/>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1200"/>
              <a:buFont typeface="华文楷体" panose="02010600040101010101" charset="-122"/>
              <a:buNone/>
            </a:pPr>
            <a:r>
              <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Wáng Yīxuě</a:t>
            </a:r>
            <a:endParaRPr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Clr>
                <a:srgbClr val="000000"/>
              </a:buClr>
              <a:buSzPts val="1600"/>
              <a:buFont typeface="楷体" panose="02010609060101010101" charset="-122"/>
              <a:buNone/>
            </a:pPr>
            <a:r>
              <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王 一雪</a:t>
            </a:r>
            <a:endPar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372" name="Google Shape;372;p28"/>
          <p:cNvPicPr preferRelativeResize="0"/>
          <p:nvPr/>
        </p:nvPicPr>
        <p:blipFill rotWithShape="1">
          <a:blip r:embed="rId3"/>
          <a:srcRect/>
          <a:stretch>
            <a:fillRect/>
          </a:stretch>
        </p:blipFill>
        <p:spPr>
          <a:xfrm>
            <a:off x="400481" y="1549135"/>
            <a:ext cx="539831" cy="533222"/>
          </a:xfrm>
          <a:prstGeom prst="rect">
            <a:avLst/>
          </a:prstGeom>
          <a:noFill/>
          <a:ln>
            <a:noFill/>
          </a:ln>
        </p:spPr>
      </p:pic>
      <p:sp>
        <p:nvSpPr>
          <p:cNvPr id="373" name="Google Shape;373;p28"/>
          <p:cNvSpPr/>
          <p:nvPr/>
        </p:nvSpPr>
        <p:spPr>
          <a:xfrm rot="5400000">
            <a:off x="4296054" y="-480436"/>
            <a:ext cx="599954" cy="4659095"/>
          </a:xfrm>
          <a:prstGeom prst="wedgeRoundRectCallout">
            <a:avLst>
              <a:gd name="adj1" fmla="val -3830"/>
              <a:gd name="adj2" fmla="val 56447"/>
              <a:gd name="adj3" fmla="val 16667"/>
            </a:avLst>
          </a:prstGeom>
          <a:noFill/>
          <a:ln w="127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374" name="Google Shape;374;p28"/>
          <p:cNvSpPr txBox="1"/>
          <p:nvPr/>
        </p:nvSpPr>
        <p:spPr>
          <a:xfrm>
            <a:off x="2355262" y="1583273"/>
            <a:ext cx="5003218" cy="599955"/>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Clr>
                <a:srgbClr val="000000"/>
              </a:buClr>
              <a:buSzPts val="3200"/>
              <a:buFont typeface="楷体" panose="02010609060101010101" charset="-122"/>
              <a:buNone/>
            </a:pPr>
            <a:r>
              <a:rPr lang="en-US" sz="3200">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明天就是女儿的生日了。</a:t>
            </a:r>
            <a:endParaRPr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375" name="Google Shape;375;p28"/>
          <p:cNvSpPr txBox="1"/>
          <p:nvPr/>
        </p:nvSpPr>
        <p:spPr>
          <a:xfrm>
            <a:off x="1012434" y="2996841"/>
            <a:ext cx="872944" cy="533223"/>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1200"/>
              <a:buFont typeface="华文楷体" panose="02010600040101010101" charset="-122"/>
              <a:buNone/>
            </a:pPr>
            <a:r>
              <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Liú Míng</a:t>
            </a:r>
            <a:endPar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Clr>
                <a:srgbClr val="000000"/>
              </a:buClr>
              <a:buSzPts val="1600"/>
              <a:buFont typeface="楷体" panose="02010609060101010101" charset="-122"/>
              <a:buNone/>
            </a:pPr>
            <a:r>
              <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刘 明 </a:t>
            </a:r>
            <a:endPar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376" name="Google Shape;376;p28"/>
          <p:cNvPicPr preferRelativeResize="0"/>
          <p:nvPr/>
        </p:nvPicPr>
        <p:blipFill rotWithShape="1">
          <a:blip r:embed="rId4"/>
          <a:srcRect/>
          <a:stretch>
            <a:fillRect/>
          </a:stretch>
        </p:blipFill>
        <p:spPr>
          <a:xfrm>
            <a:off x="392845" y="2986772"/>
            <a:ext cx="570058" cy="563080"/>
          </a:xfrm>
          <a:prstGeom prst="rect">
            <a:avLst/>
          </a:prstGeom>
          <a:noFill/>
          <a:ln>
            <a:noFill/>
          </a:ln>
        </p:spPr>
      </p:pic>
      <p:sp>
        <p:nvSpPr>
          <p:cNvPr id="377" name="Google Shape;377;p28"/>
          <p:cNvSpPr/>
          <p:nvPr/>
        </p:nvSpPr>
        <p:spPr>
          <a:xfrm rot="5400000">
            <a:off x="4271342" y="698417"/>
            <a:ext cx="1235892" cy="5440314"/>
          </a:xfrm>
          <a:prstGeom prst="wedgeRoundRectCallout">
            <a:avLst>
              <a:gd name="adj1" fmla="val -3830"/>
              <a:gd name="adj2" fmla="val 56447"/>
              <a:gd name="adj3" fmla="val 16667"/>
            </a:avLst>
          </a:prstGeom>
          <a:noFill/>
          <a:ln w="127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378" name="Google Shape;378;p28"/>
          <p:cNvSpPr txBox="1"/>
          <p:nvPr/>
        </p:nvSpPr>
        <p:spPr>
          <a:xfrm>
            <a:off x="2266484" y="2846396"/>
            <a:ext cx="5440314" cy="1038812"/>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Clr>
                <a:srgbClr val="000000"/>
              </a:buClr>
              <a:buSzPts val="3200"/>
              <a:buFont typeface="楷体" panose="02010609060101010101" charset="-122"/>
              <a:buNone/>
            </a:pPr>
            <a:r>
              <a:rPr lang="en-US" sz="3200">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你不说我还真忘了</a:t>
            </a: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。我们给她准备个什么礼物呢？</a:t>
            </a:r>
            <a:endPar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379" name="Google Shape;379;p28"/>
          <p:cNvSpPr/>
          <p:nvPr/>
        </p:nvSpPr>
        <p:spPr>
          <a:xfrm rot="5400000">
            <a:off x="3874206" y="3046197"/>
            <a:ext cx="1284948" cy="4500394"/>
          </a:xfrm>
          <a:prstGeom prst="wedgeRoundRectCallout">
            <a:avLst>
              <a:gd name="adj1" fmla="val -3830"/>
              <a:gd name="adj2" fmla="val 56447"/>
              <a:gd name="adj3" fmla="val 16667"/>
            </a:avLst>
          </a:prstGeom>
          <a:noFill/>
          <a:ln w="127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380" name="Google Shape;380;p28"/>
          <p:cNvSpPr txBox="1"/>
          <p:nvPr/>
        </p:nvSpPr>
        <p:spPr>
          <a:xfrm>
            <a:off x="2442595" y="4752446"/>
            <a:ext cx="4306872" cy="1284948"/>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Clr>
                <a:srgbClr val="000000"/>
              </a:buClr>
              <a:buSzPts val="3200"/>
              <a:buFont typeface="楷体" panose="02010609060101010101" charset="-122"/>
              <a:buNone/>
            </a:pPr>
            <a:r>
              <a:rPr lang="en-US" sz="3200">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她喜欢画画，你觉得画笔怎么样？</a:t>
            </a:r>
            <a:endParaRPr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381" name="Google Shape;381;p28"/>
          <p:cNvSpPr txBox="1"/>
          <p:nvPr/>
        </p:nvSpPr>
        <p:spPr>
          <a:xfrm>
            <a:off x="867539" y="191611"/>
            <a:ext cx="1810109" cy="47561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Times New Roman" panose="02020603050405020304"/>
              <a:buNone/>
            </a:pPr>
            <a:r>
              <a:rPr lang="en-US" sz="25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1</a:t>
            </a:r>
            <a:endParaRPr lang="en-US" sz="25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82" name="Google Shape;382;p28"/>
          <p:cNvSpPr txBox="1"/>
          <p:nvPr/>
        </p:nvSpPr>
        <p:spPr>
          <a:xfrm>
            <a:off x="909017" y="5018311"/>
            <a:ext cx="1140040" cy="533223"/>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1200"/>
              <a:buFont typeface="华文楷体" panose="02010600040101010101" charset="-122"/>
              <a:buNone/>
            </a:pPr>
            <a:r>
              <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Wáng Yīxuě</a:t>
            </a:r>
            <a:endParaRPr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Clr>
                <a:srgbClr val="000000"/>
              </a:buClr>
              <a:buSzPts val="1600"/>
              <a:buFont typeface="楷体" panose="02010609060101010101" charset="-122"/>
              <a:buNone/>
            </a:pPr>
            <a:r>
              <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王 一雪</a:t>
            </a:r>
            <a:endPar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383" name="Google Shape;383;p28"/>
          <p:cNvPicPr preferRelativeResize="0"/>
          <p:nvPr/>
        </p:nvPicPr>
        <p:blipFill rotWithShape="1">
          <a:blip r:embed="rId3"/>
          <a:srcRect/>
          <a:stretch>
            <a:fillRect/>
          </a:stretch>
        </p:blipFill>
        <p:spPr>
          <a:xfrm>
            <a:off x="392845" y="5018311"/>
            <a:ext cx="539831" cy="533222"/>
          </a:xfrm>
          <a:prstGeom prst="rect">
            <a:avLst/>
          </a:prstGeom>
          <a:noFill/>
          <a:ln>
            <a:noFill/>
          </a:ln>
        </p:spPr>
      </p:pic>
      <p:pic>
        <p:nvPicPr>
          <p:cNvPr id="384" name="Google Shape;384;p28"/>
          <p:cNvPicPr preferRelativeResize="0"/>
          <p:nvPr/>
        </p:nvPicPr>
        <p:blipFill rotWithShape="1">
          <a:blip r:embed="rId5"/>
          <a:srcRect/>
          <a:stretch>
            <a:fillRect/>
          </a:stretch>
        </p:blipFill>
        <p:spPr>
          <a:xfrm>
            <a:off x="7722014" y="1977986"/>
            <a:ext cx="4422276" cy="2881176"/>
          </a:xfrm>
          <a:prstGeom prst="rect">
            <a:avLst/>
          </a:prstGeom>
          <a:noFill/>
          <a:ln>
            <a:noFill/>
          </a:ln>
        </p:spPr>
      </p:pic>
      <p:sp>
        <p:nvSpPr>
          <p:cNvPr id="385" name="Google Shape;385;p28"/>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389" name="Shape 389"/>
        <p:cNvGrpSpPr/>
        <p:nvPr/>
      </p:nvGrpSpPr>
      <p:grpSpPr>
        <a:xfrm>
          <a:off x="0" y="0"/>
          <a:ext cx="0" cy="0"/>
          <a:chOff x="0" y="0"/>
          <a:chExt cx="0" cy="0"/>
        </a:xfrm>
      </p:grpSpPr>
      <p:sp>
        <p:nvSpPr>
          <p:cNvPr id="390" name="Google Shape;390;p29"/>
          <p:cNvSpPr/>
          <p:nvPr/>
        </p:nvSpPr>
        <p:spPr>
          <a:xfrm>
            <a:off x="7664253" y="126750"/>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391" name="Google Shape;391;p29"/>
          <p:cNvSpPr/>
          <p:nvPr/>
        </p:nvSpPr>
        <p:spPr>
          <a:xfrm>
            <a:off x="10356653" y="111510"/>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392" name="Google Shape;392;p29"/>
          <p:cNvGrpSpPr/>
          <p:nvPr/>
        </p:nvGrpSpPr>
        <p:grpSpPr>
          <a:xfrm>
            <a:off x="8902080" y="117013"/>
            <a:ext cx="2999740" cy="583777"/>
            <a:chOff x="19244" y="601"/>
            <a:chExt cx="7086" cy="1379"/>
          </a:xfrm>
        </p:grpSpPr>
        <p:sp>
          <p:nvSpPr>
            <p:cNvPr id="393" name="Google Shape;393;p29"/>
            <p:cNvSpPr/>
            <p:nvPr/>
          </p:nvSpPr>
          <p:spPr>
            <a:xfrm>
              <a:off x="22680" y="601"/>
              <a:ext cx="3650" cy="1379"/>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394" name="Google Shape;394;p29"/>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sp>
        <p:nvSpPr>
          <p:cNvPr id="395" name="Google Shape;395;p29"/>
          <p:cNvSpPr/>
          <p:nvPr/>
        </p:nvSpPr>
        <p:spPr>
          <a:xfrm rot="10800000" flipH="1">
            <a:off x="101600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pic>
        <p:nvPicPr>
          <p:cNvPr id="396" name="Google Shape;396;p29"/>
          <p:cNvPicPr preferRelativeResize="0"/>
          <p:nvPr/>
        </p:nvPicPr>
        <p:blipFill rotWithShape="1">
          <a:blip r:embed="rId2"/>
          <a:srcRect/>
          <a:stretch>
            <a:fillRect/>
          </a:stretch>
        </p:blipFill>
        <p:spPr>
          <a:xfrm>
            <a:off x="3450" y="-35349"/>
            <a:ext cx="1074420" cy="1362710"/>
          </a:xfrm>
          <a:prstGeom prst="rect">
            <a:avLst/>
          </a:prstGeom>
          <a:noFill/>
          <a:ln>
            <a:noFill/>
          </a:ln>
        </p:spPr>
      </p:pic>
      <p:grpSp>
        <p:nvGrpSpPr>
          <p:cNvPr id="397" name="Google Shape;397;p29"/>
          <p:cNvGrpSpPr/>
          <p:nvPr/>
        </p:nvGrpSpPr>
        <p:grpSpPr>
          <a:xfrm>
            <a:off x="7706798" y="178185"/>
            <a:ext cx="4338955" cy="521970"/>
            <a:chOff x="9301" y="3878"/>
            <a:chExt cx="6833" cy="822"/>
          </a:xfrm>
        </p:grpSpPr>
        <p:sp>
          <p:nvSpPr>
            <p:cNvPr id="398" name="Google Shape;398;p29"/>
            <p:cNvSpPr txBox="1"/>
            <p:nvPr/>
          </p:nvSpPr>
          <p:spPr>
            <a:xfrm>
              <a:off x="9301" y="3878"/>
              <a:ext cx="1875"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399" name="Google Shape;399;p29"/>
            <p:cNvSpPr txBox="1"/>
            <p:nvPr/>
          </p:nvSpPr>
          <p:spPr>
            <a:xfrm>
              <a:off x="11616" y="3878"/>
              <a:ext cx="2424"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400" name="Google Shape;400;p29"/>
            <p:cNvSpPr txBox="1"/>
            <p:nvPr/>
          </p:nvSpPr>
          <p:spPr>
            <a:xfrm>
              <a:off x="13785" y="3878"/>
              <a:ext cx="2349"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401" name="Google Shape;401;p29"/>
          <p:cNvSpPr txBox="1"/>
          <p:nvPr/>
        </p:nvSpPr>
        <p:spPr>
          <a:xfrm>
            <a:off x="1113015" y="1731131"/>
            <a:ext cx="872944" cy="533223"/>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1200"/>
              <a:buFont typeface="华文楷体" panose="02010600040101010101" charset="-122"/>
              <a:buNone/>
            </a:pPr>
            <a:r>
              <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Liú Míng</a:t>
            </a:r>
            <a:endPar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Clr>
                <a:srgbClr val="000000"/>
              </a:buClr>
              <a:buSzPts val="1600"/>
              <a:buFont typeface="楷体" panose="02010609060101010101" charset="-122"/>
              <a:buNone/>
            </a:pPr>
            <a:r>
              <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刘 明 </a:t>
            </a:r>
            <a:endPar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402" name="Google Shape;402;p29"/>
          <p:cNvPicPr preferRelativeResize="0"/>
          <p:nvPr/>
        </p:nvPicPr>
        <p:blipFill rotWithShape="1">
          <a:blip r:embed="rId3"/>
          <a:srcRect/>
          <a:stretch>
            <a:fillRect/>
          </a:stretch>
        </p:blipFill>
        <p:spPr>
          <a:xfrm>
            <a:off x="493426" y="1721062"/>
            <a:ext cx="570058" cy="563080"/>
          </a:xfrm>
          <a:prstGeom prst="rect">
            <a:avLst/>
          </a:prstGeom>
          <a:noFill/>
          <a:ln>
            <a:noFill/>
          </a:ln>
        </p:spPr>
      </p:pic>
      <p:sp>
        <p:nvSpPr>
          <p:cNvPr id="403" name="Google Shape;403;p29"/>
          <p:cNvSpPr/>
          <p:nvPr/>
        </p:nvSpPr>
        <p:spPr>
          <a:xfrm rot="5400000">
            <a:off x="3399789" y="434822"/>
            <a:ext cx="729436" cy="3179482"/>
          </a:xfrm>
          <a:prstGeom prst="wedgeRoundRectCallout">
            <a:avLst>
              <a:gd name="adj1" fmla="val -3830"/>
              <a:gd name="adj2" fmla="val 56447"/>
              <a:gd name="adj3" fmla="val 16667"/>
            </a:avLst>
          </a:prstGeom>
          <a:noFill/>
          <a:ln w="127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404" name="Google Shape;404;p29"/>
          <p:cNvSpPr txBox="1"/>
          <p:nvPr/>
        </p:nvSpPr>
        <p:spPr>
          <a:xfrm>
            <a:off x="2558022" y="1733854"/>
            <a:ext cx="2881713" cy="574040"/>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Clr>
                <a:srgbClr val="000000"/>
              </a:buClr>
              <a:buSzPts val="3200"/>
              <a:buFont typeface="楷体" panose="02010609060101010101" charset="-122"/>
              <a:buNone/>
            </a:pPr>
            <a:r>
              <a:rPr lang="en-US" sz="3200">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就送画笔吧！</a:t>
            </a:r>
            <a:endParaRPr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405" name="Google Shape;405;p29"/>
          <p:cNvSpPr/>
          <p:nvPr/>
        </p:nvSpPr>
        <p:spPr>
          <a:xfrm rot="5400000">
            <a:off x="4225053" y="1338088"/>
            <a:ext cx="799087" cy="4660409"/>
          </a:xfrm>
          <a:prstGeom prst="wedgeRoundRectCallout">
            <a:avLst>
              <a:gd name="adj1" fmla="val -3830"/>
              <a:gd name="adj2" fmla="val 56447"/>
              <a:gd name="adj3" fmla="val 16667"/>
            </a:avLst>
          </a:prstGeom>
          <a:noFill/>
          <a:ln w="127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406" name="Google Shape;406;p29"/>
          <p:cNvSpPr txBox="1"/>
          <p:nvPr/>
        </p:nvSpPr>
        <p:spPr>
          <a:xfrm>
            <a:off x="2470505" y="3367274"/>
            <a:ext cx="4306872" cy="799087"/>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Clr>
                <a:srgbClr val="000000"/>
              </a:buClr>
              <a:buSzPts val="3200"/>
              <a:buFont typeface="楷体" panose="02010609060101010101" charset="-122"/>
              <a:buNone/>
            </a:pP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那我明天上午就去买？</a:t>
            </a:r>
            <a:endPar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407" name="Google Shape;407;p29"/>
          <p:cNvSpPr txBox="1"/>
          <p:nvPr/>
        </p:nvSpPr>
        <p:spPr>
          <a:xfrm>
            <a:off x="867539" y="191611"/>
            <a:ext cx="1810109" cy="47561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Times New Roman" panose="02020603050405020304"/>
              <a:buNone/>
            </a:pPr>
            <a:r>
              <a:rPr lang="en-US" sz="25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1</a:t>
            </a:r>
            <a:endParaRPr lang="en-US" sz="25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08" name="Google Shape;408;p29"/>
          <p:cNvSpPr txBox="1"/>
          <p:nvPr/>
        </p:nvSpPr>
        <p:spPr>
          <a:xfrm>
            <a:off x="1009598" y="3367274"/>
            <a:ext cx="1140040" cy="533223"/>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1200"/>
              <a:buFont typeface="华文楷体" panose="02010600040101010101" charset="-122"/>
              <a:buNone/>
            </a:pPr>
            <a:r>
              <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Wáng Yīxuě</a:t>
            </a:r>
            <a:endParaRPr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Clr>
                <a:srgbClr val="000000"/>
              </a:buClr>
              <a:buSzPts val="1600"/>
              <a:buFont typeface="楷体" panose="02010609060101010101" charset="-122"/>
              <a:buNone/>
            </a:pPr>
            <a:r>
              <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王 一雪</a:t>
            </a:r>
            <a:endPar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409" name="Google Shape;409;p29"/>
          <p:cNvPicPr preferRelativeResize="0"/>
          <p:nvPr/>
        </p:nvPicPr>
        <p:blipFill rotWithShape="1">
          <a:blip r:embed="rId4"/>
          <a:srcRect/>
          <a:stretch>
            <a:fillRect/>
          </a:stretch>
        </p:blipFill>
        <p:spPr>
          <a:xfrm>
            <a:off x="493426" y="3367274"/>
            <a:ext cx="539831" cy="533222"/>
          </a:xfrm>
          <a:prstGeom prst="rect">
            <a:avLst/>
          </a:prstGeom>
          <a:noFill/>
          <a:ln>
            <a:noFill/>
          </a:ln>
        </p:spPr>
      </p:pic>
      <p:sp>
        <p:nvSpPr>
          <p:cNvPr id="410" name="Google Shape;410;p29"/>
          <p:cNvSpPr txBox="1"/>
          <p:nvPr/>
        </p:nvSpPr>
        <p:spPr>
          <a:xfrm>
            <a:off x="1113015" y="5003422"/>
            <a:ext cx="872944" cy="533223"/>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1200"/>
              <a:buFont typeface="华文楷体" panose="02010600040101010101" charset="-122"/>
              <a:buNone/>
            </a:pPr>
            <a:r>
              <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Liú Míng</a:t>
            </a:r>
            <a:endPar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Clr>
                <a:srgbClr val="000000"/>
              </a:buClr>
              <a:buSzPts val="1600"/>
              <a:buFont typeface="楷体" panose="02010609060101010101" charset="-122"/>
              <a:buNone/>
            </a:pPr>
            <a:r>
              <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刘 明 </a:t>
            </a:r>
            <a:endPar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411" name="Google Shape;411;p29"/>
          <p:cNvPicPr preferRelativeResize="0"/>
          <p:nvPr/>
        </p:nvPicPr>
        <p:blipFill rotWithShape="1">
          <a:blip r:embed="rId3"/>
          <a:srcRect/>
          <a:stretch>
            <a:fillRect/>
          </a:stretch>
        </p:blipFill>
        <p:spPr>
          <a:xfrm>
            <a:off x="493426" y="4993353"/>
            <a:ext cx="570058" cy="563080"/>
          </a:xfrm>
          <a:prstGeom prst="rect">
            <a:avLst/>
          </a:prstGeom>
          <a:noFill/>
          <a:ln>
            <a:noFill/>
          </a:ln>
        </p:spPr>
      </p:pic>
      <p:sp>
        <p:nvSpPr>
          <p:cNvPr id="412" name="Google Shape;412;p29"/>
          <p:cNvSpPr/>
          <p:nvPr/>
        </p:nvSpPr>
        <p:spPr>
          <a:xfrm rot="5400000">
            <a:off x="4339598" y="2737322"/>
            <a:ext cx="1300541" cy="5440314"/>
          </a:xfrm>
          <a:prstGeom prst="wedgeRoundRectCallout">
            <a:avLst>
              <a:gd name="adj1" fmla="val -3830"/>
              <a:gd name="adj2" fmla="val 56447"/>
              <a:gd name="adj3" fmla="val 16667"/>
            </a:avLst>
          </a:prstGeom>
          <a:noFill/>
          <a:ln w="127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413" name="Google Shape;413;p29"/>
          <p:cNvSpPr txBox="1"/>
          <p:nvPr/>
        </p:nvSpPr>
        <p:spPr>
          <a:xfrm>
            <a:off x="2445825" y="4938073"/>
            <a:ext cx="5440314" cy="1038812"/>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Clr>
                <a:srgbClr val="000000"/>
              </a:buClr>
              <a:buSzPts val="3200"/>
              <a:buFont typeface="楷体" panose="02010609060101010101" charset="-122"/>
              <a:buNone/>
            </a:pP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好的！我再给她买个大大的生日蛋糕。</a:t>
            </a:r>
            <a:endPar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414" name="Google Shape;414;p29"/>
          <p:cNvPicPr preferRelativeResize="0"/>
          <p:nvPr/>
        </p:nvPicPr>
        <p:blipFill rotWithShape="1">
          <a:blip r:embed="rId5"/>
          <a:srcRect/>
          <a:stretch>
            <a:fillRect/>
          </a:stretch>
        </p:blipFill>
        <p:spPr>
          <a:xfrm>
            <a:off x="7510357" y="1605609"/>
            <a:ext cx="4422276" cy="2881176"/>
          </a:xfrm>
          <a:prstGeom prst="rect">
            <a:avLst/>
          </a:prstGeom>
          <a:noFill/>
          <a:ln>
            <a:noFill/>
          </a:ln>
        </p:spPr>
      </p:pic>
      <p:sp>
        <p:nvSpPr>
          <p:cNvPr id="415" name="Google Shape;415;p29"/>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419" name="Shape 419"/>
        <p:cNvGrpSpPr/>
        <p:nvPr/>
      </p:nvGrpSpPr>
      <p:grpSpPr>
        <a:xfrm>
          <a:off x="0" y="0"/>
          <a:ext cx="0" cy="0"/>
          <a:chOff x="0" y="0"/>
          <a:chExt cx="0" cy="0"/>
        </a:xfrm>
      </p:grpSpPr>
      <p:sp>
        <p:nvSpPr>
          <p:cNvPr id="420" name="Google Shape;420;p30"/>
          <p:cNvSpPr/>
          <p:nvPr/>
        </p:nvSpPr>
        <p:spPr>
          <a:xfrm>
            <a:off x="1435417" y="302359"/>
            <a:ext cx="2314780" cy="715645"/>
          </a:xfrm>
          <a:prstGeom prst="doubleWave">
            <a:avLst>
              <a:gd name="adj1" fmla="val 6250"/>
              <a:gd name="adj2" fmla="val 0"/>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421" name="Google Shape;421;p30"/>
          <p:cNvSpPr/>
          <p:nvPr/>
        </p:nvSpPr>
        <p:spPr>
          <a:xfrm rot="10800000" flipH="1">
            <a:off x="96520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pic>
        <p:nvPicPr>
          <p:cNvPr id="422" name="Google Shape;422;p30"/>
          <p:cNvPicPr preferRelativeResize="0"/>
          <p:nvPr/>
        </p:nvPicPr>
        <p:blipFill rotWithShape="1">
          <a:blip r:embed="rId2"/>
          <a:srcRect/>
          <a:stretch>
            <a:fillRect/>
          </a:stretch>
        </p:blipFill>
        <p:spPr>
          <a:xfrm>
            <a:off x="-26783" y="-47119"/>
            <a:ext cx="1504315" cy="1558290"/>
          </a:xfrm>
          <a:prstGeom prst="rect">
            <a:avLst/>
          </a:prstGeom>
          <a:noFill/>
          <a:ln>
            <a:noFill/>
          </a:ln>
        </p:spPr>
      </p:pic>
      <p:sp>
        <p:nvSpPr>
          <p:cNvPr id="423" name="Google Shape;423;p30"/>
          <p:cNvSpPr txBox="1"/>
          <p:nvPr/>
        </p:nvSpPr>
        <p:spPr>
          <a:xfrm>
            <a:off x="1393063" y="356235"/>
            <a:ext cx="2460752" cy="5835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3200"/>
              <a:buFont typeface="华文楷体" panose="02010600040101010101" charset="-122"/>
              <a:buNone/>
            </a:pPr>
            <a:r>
              <a:rPr lang="en-US" sz="32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练习 </a:t>
            </a:r>
            <a:r>
              <a:rPr lang="en-US" sz="2400" b="0" i="0" u="none" strike="noStrike" cap="none">
                <a:solidFill>
                  <a:srgbClr val="1F3864"/>
                </a:solidFill>
                <a:latin typeface="Times New Roman" panose="02020603050405020304"/>
                <a:ea typeface="Times New Roman" panose="02020603050405020304"/>
                <a:cs typeface="Times New Roman" panose="02020603050405020304"/>
                <a:sym typeface="Times New Roman" panose="02020603050405020304"/>
              </a:rPr>
              <a:t>luyện tập</a:t>
            </a:r>
            <a:endParaRPr lang="en-US" sz="2400" b="0" i="0" u="none" strike="noStrike" cap="none">
              <a:solidFill>
                <a:srgbClr val="1F386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24" name="Google Shape;424;p30"/>
          <p:cNvSpPr/>
          <p:nvPr/>
        </p:nvSpPr>
        <p:spPr>
          <a:xfrm>
            <a:off x="1477532" y="1343154"/>
            <a:ext cx="10039350" cy="624840"/>
          </a:xfrm>
          <a:prstGeom prst="rect">
            <a:avLst/>
          </a:prstGeom>
          <a:no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Clr>
                <a:srgbClr val="002060"/>
              </a:buClr>
              <a:buSzPts val="2800"/>
              <a:buFont typeface="楷体" panose="02010609060101010101" charset="-122"/>
              <a:buNone/>
            </a:pPr>
            <a:r>
              <a:rPr lang="en-US" sz="2800" b="1" i="0" u="none" strike="noStrike" cap="none">
                <a:solidFill>
                  <a:srgbClr val="002060"/>
                </a:solidFill>
                <a:latin typeface="楷体" panose="02010609060101010101" charset="-122"/>
                <a:ea typeface="楷体" panose="02010609060101010101" charset="-122"/>
                <a:cs typeface="楷体" panose="02010609060101010101" charset="-122"/>
                <a:sym typeface="楷体" panose="02010609060101010101" charset="-122"/>
              </a:rPr>
              <a:t>根据课文内容回答问题 </a:t>
            </a:r>
            <a:endParaRPr lang="en-US" sz="2800" b="1" i="0" u="none" strike="noStrike" cap="none">
              <a:solidFill>
                <a:srgbClr val="002060"/>
              </a:solidFill>
              <a:latin typeface="楷体" panose="02010609060101010101" charset="-122"/>
              <a:ea typeface="楷体" panose="02010609060101010101" charset="-122"/>
              <a:cs typeface="楷体" panose="02010609060101010101" charset="-122"/>
              <a:sym typeface="楷体" panose="02010609060101010101" charset="-122"/>
            </a:endParaRPr>
          </a:p>
          <a:p>
            <a:pPr marL="0" marR="0" lvl="0" indent="0" algn="l" rtl="0">
              <a:lnSpc>
                <a:spcPct val="130000"/>
              </a:lnSpc>
              <a:spcBef>
                <a:spcPts val="0"/>
              </a:spcBef>
              <a:spcAft>
                <a:spcPts val="0"/>
              </a:spcAft>
              <a:buClr>
                <a:srgbClr val="002060"/>
              </a:buClr>
              <a:buSzPts val="2400"/>
              <a:buFont typeface="Times New Roman" panose="02020603050405020304"/>
              <a:buNone/>
            </a:pPr>
            <a:r>
              <a:rPr lang="en-US" sz="2400" b="0"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rPr>
              <a:t>Dựa vào nội dung bài khóa trả lời câu hỏi</a:t>
            </a:r>
            <a:endParaRPr lang="en-US" sz="2400" b="0"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25" name="Google Shape;425;p30"/>
          <p:cNvSpPr/>
          <p:nvPr/>
        </p:nvSpPr>
        <p:spPr>
          <a:xfrm>
            <a:off x="2726326" y="3153821"/>
            <a:ext cx="8066885" cy="1489703"/>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rgbClr val="000000"/>
              </a:buClr>
              <a:buSzPts val="3200"/>
              <a:buFont typeface="华文楷体" panose="02010600040101010101" charset="-122"/>
              <a:buNone/>
            </a:pPr>
            <a:r>
              <a:rPr lang="en-US"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1、明天是谁的生日？</a:t>
            </a:r>
            <a:endParaRPr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50000"/>
              </a:lnSpc>
              <a:spcBef>
                <a:spcPts val="0"/>
              </a:spcBef>
              <a:spcAft>
                <a:spcPts val="0"/>
              </a:spcAft>
              <a:buClr>
                <a:srgbClr val="000000"/>
              </a:buClr>
              <a:buSzPts val="3200"/>
              <a:buFont typeface="华文楷体" panose="02010600040101010101" charset="-122"/>
              <a:buNone/>
            </a:pPr>
            <a:r>
              <a:rPr lang="en-US"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2、他们为什么觉得画笔是很好的礼物</a:t>
            </a: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a:t>
            </a:r>
            <a:endPar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426" name="Google Shape;426;p30"/>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430" name="Shape 430"/>
        <p:cNvGrpSpPr/>
        <p:nvPr/>
      </p:nvGrpSpPr>
      <p:grpSpPr>
        <a:xfrm>
          <a:off x="0" y="0"/>
          <a:ext cx="0" cy="0"/>
          <a:chOff x="0" y="0"/>
          <a:chExt cx="0" cy="0"/>
        </a:xfrm>
      </p:grpSpPr>
      <p:sp>
        <p:nvSpPr>
          <p:cNvPr id="431" name="Google Shape;431;p31"/>
          <p:cNvSpPr/>
          <p:nvPr/>
        </p:nvSpPr>
        <p:spPr>
          <a:xfrm>
            <a:off x="5575852" y="516835"/>
            <a:ext cx="4701209" cy="2246243"/>
          </a:xfrm>
          <a:prstGeom prst="cloud">
            <a:avLst/>
          </a:prstGeom>
          <a:solidFill>
            <a:srgbClr val="B9C6E8"/>
          </a:solidFill>
          <a:ln w="12700" cap="flat" cmpd="sng">
            <a:solidFill>
              <a:srgbClr val="FD87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432" name="Google Shape;432;p31"/>
          <p:cNvSpPr txBox="1"/>
          <p:nvPr/>
        </p:nvSpPr>
        <p:spPr>
          <a:xfrm>
            <a:off x="5952111" y="855126"/>
            <a:ext cx="3948689" cy="15696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600"/>
              <a:buFont typeface="华文楷体" panose="02010600040101010101" charset="-122"/>
              <a:buNone/>
            </a:pPr>
            <a:r>
              <a:rPr lang="en-US" sz="96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课文二</a:t>
            </a:r>
            <a:endParaRPr sz="96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3" name="Google Shape;433;p3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437" name="Shape 437"/>
        <p:cNvGrpSpPr/>
        <p:nvPr/>
      </p:nvGrpSpPr>
      <p:grpSpPr>
        <a:xfrm>
          <a:off x="0" y="0"/>
          <a:ext cx="0" cy="0"/>
          <a:chOff x="0" y="0"/>
          <a:chExt cx="0" cy="0"/>
        </a:xfrm>
      </p:grpSpPr>
      <p:sp>
        <p:nvSpPr>
          <p:cNvPr id="438" name="Google Shape;438;p32"/>
          <p:cNvSpPr/>
          <p:nvPr/>
        </p:nvSpPr>
        <p:spPr>
          <a:xfrm>
            <a:off x="7682992" y="308864"/>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439" name="Google Shape;439;p32"/>
          <p:cNvSpPr/>
          <p:nvPr/>
        </p:nvSpPr>
        <p:spPr>
          <a:xfrm>
            <a:off x="10375392" y="293624"/>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440" name="Google Shape;440;p32"/>
          <p:cNvGrpSpPr/>
          <p:nvPr/>
        </p:nvGrpSpPr>
        <p:grpSpPr>
          <a:xfrm>
            <a:off x="7682992" y="308864"/>
            <a:ext cx="4412403" cy="574040"/>
            <a:chOff x="16320" y="624"/>
            <a:chExt cx="10423" cy="1356"/>
          </a:xfrm>
        </p:grpSpPr>
        <p:sp>
          <p:nvSpPr>
            <p:cNvPr id="441" name="Google Shape;441;p32"/>
            <p:cNvSpPr/>
            <p:nvPr/>
          </p:nvSpPr>
          <p:spPr>
            <a:xfrm>
              <a:off x="16320" y="624"/>
              <a:ext cx="3675" cy="1356"/>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442" name="Google Shape;442;p32"/>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443" name="Google Shape;443;p32"/>
            <p:cNvSpPr txBox="1"/>
            <p:nvPr/>
          </p:nvSpPr>
          <p:spPr>
            <a:xfrm>
              <a:off x="16431" y="746"/>
              <a:ext cx="2813"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444" name="Google Shape;444;p32"/>
            <p:cNvSpPr txBox="1"/>
            <p:nvPr/>
          </p:nvSpPr>
          <p:spPr>
            <a:xfrm>
              <a:off x="19881" y="745"/>
              <a:ext cx="3636"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445" name="Google Shape;445;p32"/>
            <p:cNvSpPr txBox="1"/>
            <p:nvPr/>
          </p:nvSpPr>
          <p:spPr>
            <a:xfrm>
              <a:off x="23219" y="746"/>
              <a:ext cx="3524"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446" name="Google Shape;446;p32"/>
          <p:cNvSpPr/>
          <p:nvPr/>
        </p:nvSpPr>
        <p:spPr>
          <a:xfrm rot="10800000" flipH="1">
            <a:off x="96520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graphicFrame>
        <p:nvGraphicFramePr>
          <p:cNvPr id="447" name="Google Shape;447;p32"/>
          <p:cNvGraphicFramePr/>
          <p:nvPr/>
        </p:nvGraphicFramePr>
        <p:xfrm>
          <a:off x="796277" y="2344711"/>
          <a:ext cx="10599450" cy="3000000"/>
        </p:xfrm>
        <a:graphic>
          <a:graphicData uri="http://schemas.openxmlformats.org/drawingml/2006/table">
            <a:tbl>
              <a:tblPr firstRow="1">
                <a:noFill/>
                <a:tableStyleId>{616B6170-AF40-4580-B3EE-5425D5FEA18A}</a:tableStyleId>
              </a:tblPr>
              <a:tblGrid>
                <a:gridCol w="811050"/>
                <a:gridCol w="1709050"/>
                <a:gridCol w="1727200"/>
                <a:gridCol w="1335325"/>
                <a:gridCol w="5016825"/>
              </a:tblGrid>
              <a:tr h="947800">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9</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快乐</a:t>
                      </a:r>
                      <a:endParaRPr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Kuàilè  </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adj</a:t>
                      </a:r>
                      <a:endParaRPr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Vui vẻ, hạnh phúc</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83450" marB="83450"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r>
              <a:tr h="887250">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10</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打开</a:t>
                      </a:r>
                      <a:endParaRPr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Dǎkāi </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v</a:t>
                      </a:r>
                      <a:endParaRPr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mở</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83450" marB="83450"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r>
            </a:tbl>
          </a:graphicData>
        </a:graphic>
      </p:graphicFrame>
      <p:sp>
        <p:nvSpPr>
          <p:cNvPr id="448" name="Google Shape;448;p32"/>
          <p:cNvSpPr txBox="1"/>
          <p:nvPr/>
        </p:nvSpPr>
        <p:spPr>
          <a:xfrm>
            <a:off x="5158868" y="699770"/>
            <a:ext cx="3647863" cy="4914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600"/>
              <a:buFont typeface="Times New Roman" panose="02020603050405020304"/>
              <a:buNone/>
            </a:pPr>
            <a:r>
              <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2</a:t>
            </a:r>
            <a:endPar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49" name="Google Shape;449;p3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453" name="Shape 453"/>
        <p:cNvGrpSpPr/>
        <p:nvPr/>
      </p:nvGrpSpPr>
      <p:grpSpPr>
        <a:xfrm>
          <a:off x="0" y="0"/>
          <a:ext cx="0" cy="0"/>
          <a:chOff x="0" y="0"/>
          <a:chExt cx="0" cy="0"/>
        </a:xfrm>
      </p:grpSpPr>
      <p:sp>
        <p:nvSpPr>
          <p:cNvPr id="454" name="Google Shape;454;p33"/>
          <p:cNvSpPr/>
          <p:nvPr/>
        </p:nvSpPr>
        <p:spPr>
          <a:xfrm>
            <a:off x="6976937" y="843355"/>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455" name="Google Shape;455;p33"/>
          <p:cNvSpPr/>
          <p:nvPr/>
        </p:nvSpPr>
        <p:spPr>
          <a:xfrm>
            <a:off x="9669337" y="828115"/>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456" name="Google Shape;456;p33"/>
          <p:cNvGrpSpPr/>
          <p:nvPr/>
        </p:nvGrpSpPr>
        <p:grpSpPr>
          <a:xfrm>
            <a:off x="6976937" y="843355"/>
            <a:ext cx="4412403" cy="574040"/>
            <a:chOff x="16320" y="624"/>
            <a:chExt cx="10423" cy="1356"/>
          </a:xfrm>
        </p:grpSpPr>
        <p:sp>
          <p:nvSpPr>
            <p:cNvPr id="457" name="Google Shape;457;p33"/>
            <p:cNvSpPr/>
            <p:nvPr/>
          </p:nvSpPr>
          <p:spPr>
            <a:xfrm>
              <a:off x="16320" y="624"/>
              <a:ext cx="3675" cy="1356"/>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458" name="Google Shape;458;p33"/>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459" name="Google Shape;459;p33"/>
            <p:cNvSpPr txBox="1"/>
            <p:nvPr/>
          </p:nvSpPr>
          <p:spPr>
            <a:xfrm>
              <a:off x="16431" y="746"/>
              <a:ext cx="2813"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460" name="Google Shape;460;p33"/>
            <p:cNvSpPr txBox="1"/>
            <p:nvPr/>
          </p:nvSpPr>
          <p:spPr>
            <a:xfrm>
              <a:off x="19881" y="745"/>
              <a:ext cx="3636"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461" name="Google Shape;461;p33"/>
            <p:cNvSpPr txBox="1"/>
            <p:nvPr/>
          </p:nvSpPr>
          <p:spPr>
            <a:xfrm>
              <a:off x="23219" y="746"/>
              <a:ext cx="3524"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462" name="Google Shape;462;p33"/>
          <p:cNvSpPr txBox="1"/>
          <p:nvPr/>
        </p:nvSpPr>
        <p:spPr>
          <a:xfrm>
            <a:off x="1242116" y="874689"/>
            <a:ext cx="3647863" cy="4914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600"/>
              <a:buFont typeface="Times New Roman" panose="02020603050405020304"/>
              <a:buNone/>
            </a:pPr>
            <a:r>
              <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2</a:t>
            </a:r>
            <a:endParaRPr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63" name="Google Shape;463;p33"/>
          <p:cNvSpPr txBox="1"/>
          <p:nvPr/>
        </p:nvSpPr>
        <p:spPr>
          <a:xfrm>
            <a:off x="6389613" y="3803059"/>
            <a:ext cx="2864434" cy="1154611"/>
          </a:xfrm>
          <a:prstGeom prst="rect">
            <a:avLst/>
          </a:prstGeom>
          <a:noFill/>
          <a:ln>
            <a:noFill/>
          </a:ln>
        </p:spPr>
        <p:txBody>
          <a:bodyPr spcFirstLastPara="1" wrap="square" lIns="91425" tIns="45700" rIns="91425" bIns="45700" anchor="t" anchorCtr="0">
            <a:spAutoFit/>
          </a:bodyPr>
          <a:lstStyle/>
          <a:p>
            <a:pPr marL="514350" marR="0" lvl="0" indent="-514350" algn="l" rtl="0">
              <a:lnSpc>
                <a:spcPct val="110000"/>
              </a:lnSpc>
              <a:spcBef>
                <a:spcPts val="0"/>
              </a:spcBef>
              <a:spcAft>
                <a:spcPts val="0"/>
              </a:spcAft>
              <a:buClr>
                <a:srgbClr val="000000"/>
              </a:buClr>
              <a:buSzPts val="3200"/>
              <a:buFont typeface="华文楷体" panose="02010600040101010101" charset="-122"/>
              <a:buAutoNum type="arabicPeriod"/>
            </a:pPr>
            <a:r>
              <a:rPr lang="en-US"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生日快乐！</a:t>
            </a:r>
            <a:endParaRPr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514350" marR="0" lvl="0" indent="-514350" algn="l" rtl="0">
              <a:lnSpc>
                <a:spcPct val="110000"/>
              </a:lnSpc>
              <a:spcBef>
                <a:spcPts val="0"/>
              </a:spcBef>
              <a:spcAft>
                <a:spcPts val="0"/>
              </a:spcAft>
              <a:buClr>
                <a:srgbClr val="000000"/>
              </a:buClr>
              <a:buSzPts val="3200"/>
              <a:buFont typeface="华文楷体" panose="02010600040101010101" charset="-122"/>
              <a:buAutoNum type="arabicPeriod"/>
            </a:pPr>
            <a:r>
              <a:rPr lang="en-US"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新年快乐！</a:t>
            </a:r>
            <a:endParaRPr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aphicFrame>
        <p:nvGraphicFramePr>
          <p:cNvPr id="464" name="Google Shape;464;p33"/>
          <p:cNvGraphicFramePr/>
          <p:nvPr/>
        </p:nvGraphicFramePr>
        <p:xfrm>
          <a:off x="796277" y="1660268"/>
          <a:ext cx="10599450" cy="3000000"/>
        </p:xfrm>
        <a:graphic>
          <a:graphicData uri="http://schemas.openxmlformats.org/drawingml/2006/table">
            <a:tbl>
              <a:tblPr firstRow="1">
                <a:noFill/>
                <a:tableStyleId>{616B6170-AF40-4580-B3EE-5425D5FEA18A}</a:tableStyleId>
              </a:tblPr>
              <a:tblGrid>
                <a:gridCol w="811050"/>
                <a:gridCol w="1709050"/>
                <a:gridCol w="1727200"/>
                <a:gridCol w="1335325"/>
                <a:gridCol w="5016825"/>
              </a:tblGrid>
              <a:tr h="817375">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9</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快乐</a:t>
                      </a:r>
                      <a:endParaRPr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Kuàilè  </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adj</a:t>
                      </a:r>
                      <a:endParaRPr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Vui vẻ, hạnh phúc</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83450" marB="83450"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r>
            </a:tbl>
          </a:graphicData>
        </a:graphic>
      </p:graphicFrame>
      <p:pic>
        <p:nvPicPr>
          <p:cNvPr id="465" name="Google Shape;465;p33" descr="快乐的图片素材_免费快乐的PNG设计图片大全_图精灵"/>
          <p:cNvPicPr preferRelativeResize="0"/>
          <p:nvPr/>
        </p:nvPicPr>
        <p:blipFill rotWithShape="1">
          <a:blip r:embed="rId2"/>
          <a:srcRect/>
          <a:stretch>
            <a:fillRect/>
          </a:stretch>
        </p:blipFill>
        <p:spPr>
          <a:xfrm>
            <a:off x="9782827" y="4032856"/>
            <a:ext cx="2118807" cy="2607763"/>
          </a:xfrm>
          <a:prstGeom prst="rect">
            <a:avLst/>
          </a:prstGeom>
          <a:noFill/>
          <a:ln>
            <a:noFill/>
          </a:ln>
        </p:spPr>
      </p:pic>
      <p:pic>
        <p:nvPicPr>
          <p:cNvPr id="466" name="Google Shape;466;p33" descr="Ilustrasi makan malam reuni tahun baru Imlek yang digambar tangan | Vektor  Gratis"/>
          <p:cNvPicPr preferRelativeResize="0"/>
          <p:nvPr/>
        </p:nvPicPr>
        <p:blipFill rotWithShape="1">
          <a:blip r:embed="rId3"/>
          <a:srcRect/>
          <a:stretch>
            <a:fillRect/>
          </a:stretch>
        </p:blipFill>
        <p:spPr>
          <a:xfrm>
            <a:off x="896891" y="2935415"/>
            <a:ext cx="4338311" cy="2889897"/>
          </a:xfrm>
          <a:prstGeom prst="rect">
            <a:avLst/>
          </a:prstGeom>
          <a:noFill/>
          <a:ln>
            <a:noFill/>
          </a:ln>
        </p:spPr>
      </p:pic>
      <p:sp>
        <p:nvSpPr>
          <p:cNvPr id="467" name="Google Shape;467;p3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3"/>
                                        </p:tgtEl>
                                        <p:attrNameLst>
                                          <p:attrName>style.visibility</p:attrName>
                                        </p:attrNameLst>
                                      </p:cBhvr>
                                      <p:to>
                                        <p:strVal val="visible"/>
                                      </p:to>
                                    </p:set>
                                    <p:animEffect transition="in" filter="fade">
                                      <p:cBhvr>
                                        <p:cTn id="7" dur="500"/>
                                        <p:tgtEl>
                                          <p:spTgt spid="4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471" name="Shape 471"/>
        <p:cNvGrpSpPr/>
        <p:nvPr/>
      </p:nvGrpSpPr>
      <p:grpSpPr>
        <a:xfrm>
          <a:off x="0" y="0"/>
          <a:ext cx="0" cy="0"/>
          <a:chOff x="0" y="0"/>
          <a:chExt cx="0" cy="0"/>
        </a:xfrm>
      </p:grpSpPr>
      <p:sp>
        <p:nvSpPr>
          <p:cNvPr id="472" name="Google Shape;472;p34"/>
          <p:cNvSpPr/>
          <p:nvPr/>
        </p:nvSpPr>
        <p:spPr>
          <a:xfrm rot="10800000" flipH="1">
            <a:off x="96520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pic>
        <p:nvPicPr>
          <p:cNvPr id="473" name="Google Shape;473;p34"/>
          <p:cNvPicPr preferRelativeResize="0"/>
          <p:nvPr/>
        </p:nvPicPr>
        <p:blipFill rotWithShape="1">
          <a:blip r:embed="rId2"/>
          <a:srcRect/>
          <a:stretch>
            <a:fillRect/>
          </a:stretch>
        </p:blipFill>
        <p:spPr>
          <a:xfrm>
            <a:off x="459529" y="221615"/>
            <a:ext cx="1098550" cy="1263650"/>
          </a:xfrm>
          <a:prstGeom prst="rect">
            <a:avLst/>
          </a:prstGeom>
          <a:noFill/>
          <a:ln>
            <a:noFill/>
          </a:ln>
        </p:spPr>
      </p:pic>
      <p:sp>
        <p:nvSpPr>
          <p:cNvPr id="474" name="Google Shape;474;p34"/>
          <p:cNvSpPr txBox="1"/>
          <p:nvPr/>
        </p:nvSpPr>
        <p:spPr>
          <a:xfrm>
            <a:off x="1276350" y="769086"/>
            <a:ext cx="3647863" cy="5530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Times New Roman" panose="02020603050405020304"/>
              <a:buNone/>
            </a:pPr>
            <a:r>
              <a:rPr lang="en-US" sz="30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2</a:t>
            </a:r>
            <a:endParaRPr lang="en-US" sz="30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75" name="Google Shape;475;p34"/>
          <p:cNvSpPr/>
          <p:nvPr/>
        </p:nvSpPr>
        <p:spPr>
          <a:xfrm>
            <a:off x="6976937" y="843355"/>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476" name="Google Shape;476;p34"/>
          <p:cNvSpPr/>
          <p:nvPr/>
        </p:nvSpPr>
        <p:spPr>
          <a:xfrm>
            <a:off x="9669337" y="828115"/>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477" name="Google Shape;477;p34"/>
          <p:cNvGrpSpPr/>
          <p:nvPr/>
        </p:nvGrpSpPr>
        <p:grpSpPr>
          <a:xfrm>
            <a:off x="6976937" y="843355"/>
            <a:ext cx="4412403" cy="574040"/>
            <a:chOff x="16320" y="624"/>
            <a:chExt cx="10423" cy="1356"/>
          </a:xfrm>
        </p:grpSpPr>
        <p:sp>
          <p:nvSpPr>
            <p:cNvPr id="478" name="Google Shape;478;p34"/>
            <p:cNvSpPr/>
            <p:nvPr/>
          </p:nvSpPr>
          <p:spPr>
            <a:xfrm>
              <a:off x="16320" y="624"/>
              <a:ext cx="3675" cy="1356"/>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479" name="Google Shape;479;p34"/>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480" name="Google Shape;480;p34"/>
            <p:cNvSpPr txBox="1"/>
            <p:nvPr/>
          </p:nvSpPr>
          <p:spPr>
            <a:xfrm>
              <a:off x="16431" y="746"/>
              <a:ext cx="2813"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481" name="Google Shape;481;p34"/>
            <p:cNvSpPr txBox="1"/>
            <p:nvPr/>
          </p:nvSpPr>
          <p:spPr>
            <a:xfrm>
              <a:off x="19881" y="745"/>
              <a:ext cx="3636"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482" name="Google Shape;482;p34"/>
            <p:cNvSpPr txBox="1"/>
            <p:nvPr/>
          </p:nvSpPr>
          <p:spPr>
            <a:xfrm>
              <a:off x="23219" y="746"/>
              <a:ext cx="3524"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483" name="Google Shape;483;p34"/>
          <p:cNvSpPr txBox="1"/>
          <p:nvPr/>
        </p:nvSpPr>
        <p:spPr>
          <a:xfrm>
            <a:off x="2479700" y="3161923"/>
            <a:ext cx="5854875" cy="2237985"/>
          </a:xfrm>
          <a:prstGeom prst="rect">
            <a:avLst/>
          </a:prstGeom>
          <a:noFill/>
          <a:ln>
            <a:noFill/>
          </a:ln>
        </p:spPr>
        <p:txBody>
          <a:bodyPr spcFirstLastPara="1" wrap="square" lIns="91425" tIns="45700" rIns="91425" bIns="45700" anchor="t" anchorCtr="0">
            <a:spAutoFit/>
          </a:bodyPr>
          <a:lstStyle/>
          <a:p>
            <a:pPr marL="514350" marR="0" lvl="0" indent="-514350" algn="l" rtl="0">
              <a:lnSpc>
                <a:spcPct val="110000"/>
              </a:lnSpc>
              <a:spcBef>
                <a:spcPts val="0"/>
              </a:spcBef>
              <a:spcAft>
                <a:spcPts val="0"/>
              </a:spcAft>
              <a:buClr>
                <a:srgbClr val="000000"/>
              </a:buClr>
              <a:buSzPts val="3200"/>
              <a:buFont typeface="华文楷体" panose="02010600040101010101" charset="-122"/>
              <a:buAutoNum type="arabicPeriod"/>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这是送你的生日礼物，你打开看看吧。</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514350" marR="0" lvl="0" indent="-311150" algn="l" rtl="0">
              <a:lnSpc>
                <a:spcPct val="110000"/>
              </a:lnSpc>
              <a:spcBef>
                <a:spcPts val="0"/>
              </a:spcBef>
              <a:spcAft>
                <a:spcPts val="0"/>
              </a:spcAft>
              <a:buClr>
                <a:schemeClr val="dk1"/>
              </a:buClr>
              <a:buSzPts val="3200"/>
              <a:buFont typeface="Calibri" panose="020F0502020204030204"/>
              <a:buNone/>
            </a:pP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514350" marR="0" lvl="0" indent="-514350" algn="l" rtl="0">
              <a:lnSpc>
                <a:spcPct val="110000"/>
              </a:lnSpc>
              <a:spcBef>
                <a:spcPts val="0"/>
              </a:spcBef>
              <a:spcAft>
                <a:spcPts val="0"/>
              </a:spcAft>
              <a:buClr>
                <a:srgbClr val="000000"/>
              </a:buClr>
              <a:buSzPts val="3200"/>
              <a:buFont typeface="华文楷体" panose="02010600040101010101" charset="-122"/>
              <a:buAutoNum type="arabicPeriod"/>
            </a:pPr>
            <a:r>
              <a:rPr lang="en-US"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过来帮我打开一下门。</a:t>
            </a:r>
            <a:endParaRPr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aphicFrame>
        <p:nvGraphicFramePr>
          <p:cNvPr id="484" name="Google Shape;484;p34"/>
          <p:cNvGraphicFramePr/>
          <p:nvPr/>
        </p:nvGraphicFramePr>
        <p:xfrm>
          <a:off x="796277" y="1720086"/>
          <a:ext cx="10599450" cy="3000000"/>
        </p:xfrm>
        <a:graphic>
          <a:graphicData uri="http://schemas.openxmlformats.org/drawingml/2006/table">
            <a:tbl>
              <a:tblPr firstRow="1">
                <a:noFill/>
                <a:tableStyleId>{616B6170-AF40-4580-B3EE-5425D5FEA18A}</a:tableStyleId>
              </a:tblPr>
              <a:tblGrid>
                <a:gridCol w="811050"/>
                <a:gridCol w="1709050"/>
                <a:gridCol w="1727200"/>
                <a:gridCol w="1335325"/>
                <a:gridCol w="5016825"/>
              </a:tblGrid>
              <a:tr h="679575">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10</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打开</a:t>
                      </a:r>
                      <a:endParaRPr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Dǎkāi </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v</a:t>
                      </a:r>
                      <a:endParaRPr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mở</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83450" marB="83450"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r>
            </a:tbl>
          </a:graphicData>
        </a:graphic>
      </p:graphicFrame>
      <p:pic>
        <p:nvPicPr>
          <p:cNvPr id="485" name="Google Shape;485;p34" descr="打开一扇门进入房间可爱的图- Pixabay上的免费图片"/>
          <p:cNvPicPr preferRelativeResize="0"/>
          <p:nvPr/>
        </p:nvPicPr>
        <p:blipFill rotWithShape="1">
          <a:blip r:embed="rId3"/>
          <a:srcRect/>
          <a:stretch>
            <a:fillRect/>
          </a:stretch>
        </p:blipFill>
        <p:spPr>
          <a:xfrm>
            <a:off x="317596" y="3816627"/>
            <a:ext cx="2321939" cy="2503938"/>
          </a:xfrm>
          <a:prstGeom prst="rect">
            <a:avLst/>
          </a:prstGeom>
          <a:noFill/>
          <a:ln>
            <a:noFill/>
          </a:ln>
        </p:spPr>
      </p:pic>
      <p:pic>
        <p:nvPicPr>
          <p:cNvPr id="486" name="Google Shape;486;p34" descr="Blind Box là gì? Vì sao người ta vui khi mở hộp mù Blind Box?"/>
          <p:cNvPicPr preferRelativeResize="0"/>
          <p:nvPr/>
        </p:nvPicPr>
        <p:blipFill rotWithShape="1">
          <a:blip r:embed="rId4"/>
          <a:srcRect/>
          <a:stretch>
            <a:fillRect/>
          </a:stretch>
        </p:blipFill>
        <p:spPr>
          <a:xfrm>
            <a:off x="8215049" y="3161923"/>
            <a:ext cx="2999031" cy="2237985"/>
          </a:xfrm>
          <a:prstGeom prst="rect">
            <a:avLst/>
          </a:prstGeom>
          <a:noFill/>
          <a:ln>
            <a:noFill/>
          </a:ln>
        </p:spPr>
      </p:pic>
      <p:sp>
        <p:nvSpPr>
          <p:cNvPr id="487" name="Google Shape;487;p34"/>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3"/>
                                        </p:tgtEl>
                                        <p:attrNameLst>
                                          <p:attrName>style.visibility</p:attrName>
                                        </p:attrNameLst>
                                      </p:cBhvr>
                                      <p:to>
                                        <p:strVal val="visible"/>
                                      </p:to>
                                    </p:set>
                                    <p:animEffect transition="in" filter="fade">
                                      <p:cBhvr>
                                        <p:cTn id="7" dur="500"/>
                                        <p:tgtEl>
                                          <p:spTgt spid="4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492" name="Shape 492"/>
        <p:cNvGrpSpPr/>
        <p:nvPr/>
      </p:nvGrpSpPr>
      <p:grpSpPr>
        <a:xfrm>
          <a:off x="0" y="0"/>
          <a:ext cx="0" cy="0"/>
          <a:chOff x="0" y="0"/>
          <a:chExt cx="0" cy="0"/>
        </a:xfrm>
      </p:grpSpPr>
      <p:sp>
        <p:nvSpPr>
          <p:cNvPr id="493" name="Google Shape;493;p35"/>
          <p:cNvSpPr/>
          <p:nvPr/>
        </p:nvSpPr>
        <p:spPr>
          <a:xfrm rot="10800000" flipH="1">
            <a:off x="6756400" y="821267"/>
            <a:ext cx="6072293" cy="67733"/>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494" name="Google Shape;494;p35"/>
          <p:cNvSpPr/>
          <p:nvPr/>
        </p:nvSpPr>
        <p:spPr>
          <a:xfrm>
            <a:off x="7654290" y="302895"/>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495" name="Google Shape;495;p35"/>
          <p:cNvSpPr/>
          <p:nvPr/>
        </p:nvSpPr>
        <p:spPr>
          <a:xfrm>
            <a:off x="10346690" y="287655"/>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496" name="Google Shape;496;p35"/>
          <p:cNvGrpSpPr/>
          <p:nvPr/>
        </p:nvGrpSpPr>
        <p:grpSpPr>
          <a:xfrm>
            <a:off x="8892117" y="302472"/>
            <a:ext cx="1759373" cy="586317"/>
            <a:chOff x="19244" y="623"/>
            <a:chExt cx="4156" cy="1385"/>
          </a:xfrm>
        </p:grpSpPr>
        <p:sp>
          <p:nvSpPr>
            <p:cNvPr id="497" name="Google Shape;497;p35"/>
            <p:cNvSpPr/>
            <p:nvPr/>
          </p:nvSpPr>
          <p:spPr>
            <a:xfrm>
              <a:off x="19320" y="623"/>
              <a:ext cx="4014" cy="1385"/>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498" name="Google Shape;498;p35"/>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sp>
        <p:nvSpPr>
          <p:cNvPr id="499" name="Google Shape;499;p35"/>
          <p:cNvSpPr/>
          <p:nvPr/>
        </p:nvSpPr>
        <p:spPr>
          <a:xfrm rot="10800000" flipH="1">
            <a:off x="96520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grpSp>
        <p:nvGrpSpPr>
          <p:cNvPr id="500" name="Google Shape;500;p35"/>
          <p:cNvGrpSpPr/>
          <p:nvPr/>
        </p:nvGrpSpPr>
        <p:grpSpPr>
          <a:xfrm>
            <a:off x="7654290" y="367030"/>
            <a:ext cx="4334510" cy="521970"/>
            <a:chOff x="8308" y="4121"/>
            <a:chExt cx="6826" cy="822"/>
          </a:xfrm>
        </p:grpSpPr>
        <p:sp>
          <p:nvSpPr>
            <p:cNvPr id="501" name="Google Shape;501;p35"/>
            <p:cNvSpPr txBox="1"/>
            <p:nvPr/>
          </p:nvSpPr>
          <p:spPr>
            <a:xfrm>
              <a:off x="8308" y="4121"/>
              <a:ext cx="1875"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502" name="Google Shape;502;p35"/>
            <p:cNvSpPr txBox="1"/>
            <p:nvPr/>
          </p:nvSpPr>
          <p:spPr>
            <a:xfrm>
              <a:off x="10560" y="4121"/>
              <a:ext cx="2424"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503" name="Google Shape;503;p35"/>
            <p:cNvSpPr txBox="1"/>
            <p:nvPr/>
          </p:nvSpPr>
          <p:spPr>
            <a:xfrm>
              <a:off x="12785" y="4121"/>
              <a:ext cx="2349"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504" name="Google Shape;504;p35"/>
          <p:cNvSpPr/>
          <p:nvPr/>
        </p:nvSpPr>
        <p:spPr>
          <a:xfrm>
            <a:off x="1222374" y="957427"/>
            <a:ext cx="4802505" cy="62484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a:solidFill>
                  <a:srgbClr val="002060"/>
                </a:solidFill>
                <a:latin typeface="Calibri" panose="020F0502020204030204"/>
                <a:ea typeface="Calibri" panose="020F0502020204030204"/>
                <a:cs typeface="Calibri" panose="020F0502020204030204"/>
                <a:sym typeface="Calibri" panose="020F0502020204030204"/>
              </a:rPr>
              <a:t>Cụm từ cố định“什么的”</a:t>
            </a:r>
            <a:endParaRPr sz="2300" b="1" i="0" u="none" strike="noStrike" cap="none">
              <a:solidFill>
                <a:srgbClr val="002060"/>
              </a:solidFill>
              <a:latin typeface="Calibri" panose="020F0502020204030204"/>
              <a:ea typeface="Calibri" panose="020F0502020204030204"/>
              <a:cs typeface="Calibri" panose="020F0502020204030204"/>
              <a:sym typeface="Calibri" panose="020F0502020204030204"/>
            </a:endParaRPr>
          </a:p>
        </p:txBody>
      </p:sp>
      <p:pic>
        <p:nvPicPr>
          <p:cNvPr id="505" name="Google Shape;505;p35"/>
          <p:cNvPicPr preferRelativeResize="0"/>
          <p:nvPr/>
        </p:nvPicPr>
        <p:blipFill rotWithShape="1">
          <a:blip r:embed="rId2"/>
          <a:srcRect/>
          <a:stretch>
            <a:fillRect/>
          </a:stretch>
        </p:blipFill>
        <p:spPr>
          <a:xfrm>
            <a:off x="203200" y="25400"/>
            <a:ext cx="1073150" cy="1181100"/>
          </a:xfrm>
          <a:prstGeom prst="rect">
            <a:avLst/>
          </a:prstGeom>
          <a:noFill/>
          <a:ln>
            <a:noFill/>
          </a:ln>
        </p:spPr>
      </p:pic>
      <p:sp>
        <p:nvSpPr>
          <p:cNvPr id="506" name="Google Shape;506;p35"/>
          <p:cNvSpPr/>
          <p:nvPr/>
        </p:nvSpPr>
        <p:spPr>
          <a:xfrm>
            <a:off x="1843152" y="1803400"/>
            <a:ext cx="8751776" cy="1905659"/>
          </a:xfrm>
          <a:prstGeom prst="roundRect">
            <a:avLst>
              <a:gd name="adj" fmla="val 16667"/>
            </a:avLst>
          </a:prstGeom>
          <a:noFill/>
          <a:ln w="38100" cap="flat" cmpd="sng">
            <a:solidFill>
              <a:srgbClr val="C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507" name="Google Shape;507;p35"/>
          <p:cNvSpPr txBox="1"/>
          <p:nvPr/>
        </p:nvSpPr>
        <p:spPr>
          <a:xfrm>
            <a:off x="2370495" y="1971399"/>
            <a:ext cx="7697090"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002060"/>
                </a:solidFill>
                <a:latin typeface="Times New Roman" panose="02020603050405020304"/>
                <a:ea typeface="Times New Roman" panose="02020603050405020304"/>
                <a:cs typeface="Times New Roman" panose="02020603050405020304"/>
                <a:sym typeface="Times New Roman" panose="02020603050405020304"/>
              </a:rPr>
              <a:t>固定短语“什么的”表示“……………之类”的意思。</a:t>
            </a:r>
            <a:endParaRPr sz="2400">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400">
                <a:solidFill>
                  <a:srgbClr val="002060"/>
                </a:solidFill>
                <a:latin typeface="Times New Roman" panose="02020603050405020304"/>
                <a:ea typeface="Times New Roman" panose="02020603050405020304"/>
                <a:cs typeface="Times New Roman" panose="02020603050405020304"/>
                <a:sym typeface="Times New Roman" panose="02020603050405020304"/>
              </a:rPr>
              <a:t>基本结构:…………什么的。</a:t>
            </a:r>
            <a:endParaRPr sz="2400">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400">
                <a:solidFill>
                  <a:srgbClr val="002060"/>
                </a:solidFill>
                <a:latin typeface="Times New Roman" panose="02020603050405020304"/>
                <a:ea typeface="Times New Roman" panose="02020603050405020304"/>
                <a:cs typeface="Times New Roman" panose="02020603050405020304"/>
                <a:sym typeface="Times New Roman" panose="02020603050405020304"/>
              </a:rPr>
              <a:t>Cụm từ cố định "什么的" có nghĩa là “....các kiểu, ...vv” </a:t>
            </a:r>
            <a:endParaRPr lang="en-US" sz="2400">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400">
                <a:solidFill>
                  <a:srgbClr val="002060"/>
                </a:solidFill>
                <a:latin typeface="Times New Roman" panose="02020603050405020304"/>
                <a:ea typeface="Times New Roman" panose="02020603050405020304"/>
                <a:cs typeface="Times New Roman" panose="02020603050405020304"/>
                <a:sym typeface="Times New Roman" panose="02020603050405020304"/>
              </a:rPr>
              <a:t>Cấu trúc cơ bản: “………什么的”</a:t>
            </a:r>
            <a:endParaRPr lang="en-US" sz="2400">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08" name="Google Shape;508;p35"/>
          <p:cNvSpPr txBox="1"/>
          <p:nvPr/>
        </p:nvSpPr>
        <p:spPr>
          <a:xfrm>
            <a:off x="4987502" y="54916"/>
            <a:ext cx="3647863" cy="4914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600"/>
              <a:buFont typeface="Times New Roman" panose="02020603050405020304"/>
              <a:buNone/>
            </a:pPr>
            <a:r>
              <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1</a:t>
            </a:r>
            <a:endPar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09" name="Google Shape;509;p35"/>
          <p:cNvSpPr txBox="1"/>
          <p:nvPr/>
        </p:nvSpPr>
        <p:spPr>
          <a:xfrm>
            <a:off x="2856061" y="3949177"/>
            <a:ext cx="6371927" cy="22828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91919"/>
              </a:buClr>
              <a:buSzPts val="2400"/>
              <a:buFont typeface="华文楷体" panose="02010600040101010101" charset="-122"/>
              <a:buNone/>
            </a:pPr>
            <a:r>
              <a:rPr lang="en-US" sz="2400" b="0" i="0" u="none" strike="noStrike" cap="none">
                <a:solidFill>
                  <a:srgbClr val="191919"/>
                </a:solidFill>
                <a:latin typeface="华文楷体" panose="02010600040101010101" charset="-122"/>
                <a:ea typeface="华文楷体" panose="02010600040101010101" charset="-122"/>
                <a:cs typeface="华文楷体" panose="02010600040101010101" charset="-122"/>
                <a:sym typeface="华文楷体" panose="02010600040101010101" charset="-122"/>
              </a:rPr>
              <a:t>（1</a:t>
            </a:r>
            <a:r>
              <a:rPr lang="en-US" sz="24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）画我们的家！有爸爸、妈妈、弟弟，还有黑色的狗、白色的猫什么的。</a:t>
            </a:r>
            <a:endParaRPr sz="24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00000"/>
              </a:lnSpc>
              <a:spcBef>
                <a:spcPts val="900"/>
              </a:spcBef>
              <a:spcAft>
                <a:spcPts val="0"/>
              </a:spcAft>
              <a:buClr>
                <a:srgbClr val="000000"/>
              </a:buClr>
              <a:buSzPts val="2400"/>
              <a:buFont typeface="华文楷体" panose="02010600040101010101" charset="-122"/>
              <a:buNone/>
            </a:pPr>
            <a:r>
              <a:rPr lang="en-US" sz="24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（2）桌子上有电脑、杯子、书和画笔什么的。</a:t>
            </a:r>
            <a:endParaRPr sz="24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00000"/>
              </a:lnSpc>
              <a:spcBef>
                <a:spcPts val="900"/>
              </a:spcBef>
              <a:spcAft>
                <a:spcPts val="0"/>
              </a:spcAft>
              <a:buClr>
                <a:srgbClr val="000000"/>
              </a:buClr>
              <a:buSzPts val="2400"/>
              <a:buFont typeface="华文楷体" panose="02010600040101010101" charset="-122"/>
              <a:buNone/>
            </a:pPr>
            <a:r>
              <a:rPr lang="en-US" sz="24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（3）他拿来了一些水、面包和苹果什么的。</a:t>
            </a:r>
            <a:endParaRPr lang="en-US" sz="24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00000"/>
              </a:lnSpc>
              <a:spcBef>
                <a:spcPts val="900"/>
              </a:spcBef>
              <a:spcAft>
                <a:spcPts val="0"/>
              </a:spcAft>
              <a:buClr>
                <a:srgbClr val="000000"/>
              </a:buClr>
              <a:buSzPts val="2400"/>
              <a:buFont typeface="华文楷体" panose="02010600040101010101" charset="-122"/>
              <a:buNone/>
            </a:pPr>
            <a:r>
              <a:rPr lang="zh-CN" sz="2400">
                <a:solidFill>
                  <a:srgbClr val="FF0000"/>
                </a:solidFill>
                <a:latin typeface="华文楷体" panose="02010600040101010101" charset="-122"/>
                <a:ea typeface="华文楷体" panose="02010600040101010101" charset="-122"/>
                <a:cs typeface="华文楷体" panose="02010600040101010101" charset="-122"/>
                <a:sym typeface="华文楷体" panose="02010600040101010101" charset="-122"/>
              </a:rPr>
              <a:t>乱七八糟</a:t>
            </a:r>
            <a:r>
              <a:rPr lang="en-US" sz="2400" b="0" i="0" u="none" strike="noStrike" cap="none">
                <a:solidFill>
                  <a:srgbClr val="000000"/>
                </a:solidFill>
                <a:latin typeface="Calibri" panose="020F0502020204030204"/>
                <a:ea typeface="Calibri" panose="020F0502020204030204"/>
                <a:cs typeface="Calibri" panose="020F0502020204030204"/>
                <a:sym typeface="Calibri" panose="020F0502020204030204"/>
              </a:rPr>
              <a:t>	luan qi ba zao </a:t>
            </a:r>
            <a:endParaRPr sz="24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10" name="Google Shape;510;p3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6"/>
                                        </p:tgtEl>
                                        <p:attrNameLst>
                                          <p:attrName>style.visibility</p:attrName>
                                        </p:attrNameLst>
                                      </p:cBhvr>
                                      <p:to>
                                        <p:strVal val="visible"/>
                                      </p:to>
                                    </p:set>
                                    <p:animEffect transition="in" filter="fade">
                                      <p:cBhvr>
                                        <p:cTn id="7" dur="500"/>
                                        <p:tgtEl>
                                          <p:spTgt spid="506"/>
                                        </p:tgtEl>
                                      </p:cBhvr>
                                    </p:animEffect>
                                  </p:childTnLst>
                                </p:cTn>
                              </p:par>
                              <p:par>
                                <p:cTn id="8" presetID="10" presetClass="entr" presetSubtype="0" fill="hold" nodeType="withEffect">
                                  <p:stCondLst>
                                    <p:cond delay="0"/>
                                  </p:stCondLst>
                                  <p:childTnLst>
                                    <p:set>
                                      <p:cBhvr>
                                        <p:cTn id="9" dur="1" fill="hold">
                                          <p:stCondLst>
                                            <p:cond delay="0"/>
                                          </p:stCondLst>
                                        </p:cTn>
                                        <p:tgtEl>
                                          <p:spTgt spid="507"/>
                                        </p:tgtEl>
                                        <p:attrNameLst>
                                          <p:attrName>style.visibility</p:attrName>
                                        </p:attrNameLst>
                                      </p:cBhvr>
                                      <p:to>
                                        <p:strVal val="visible"/>
                                      </p:to>
                                    </p:set>
                                    <p:animEffect transition="in" filter="fade">
                                      <p:cBhvr>
                                        <p:cTn id="10" dur="500"/>
                                        <p:tgtEl>
                                          <p:spTgt spid="507"/>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509"/>
                                        </p:tgtEl>
                                        <p:attrNameLst>
                                          <p:attrName>style.visibility</p:attrName>
                                        </p:attrNameLst>
                                      </p:cBhvr>
                                      <p:to>
                                        <p:strVal val="visible"/>
                                      </p:to>
                                    </p:set>
                                    <p:anim calcmode="lin" valueType="num">
                                      <p:cBhvr additive="base">
                                        <p:cTn id="15" dur="500"/>
                                        <p:tgtEl>
                                          <p:spTgt spid="509"/>
                                        </p:tgtEl>
                                        <p:attrNameLst>
                                          <p:attrName>ppt_y</p:attrName>
                                        </p:attrNameLst>
                                      </p:cBhvr>
                                      <p:tavLst>
                                        <p:tav tm="0" fmla="">
                                          <p:val>
                                            <p:strVal val="#ppt_y+1"/>
                                          </p:val>
                                        </p:tav>
                                        <p:tav tm="100000" fmla="">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514" name="Shape 514"/>
        <p:cNvGrpSpPr/>
        <p:nvPr/>
      </p:nvGrpSpPr>
      <p:grpSpPr>
        <a:xfrm>
          <a:off x="0" y="0"/>
          <a:ext cx="0" cy="0"/>
          <a:chOff x="0" y="0"/>
          <a:chExt cx="0" cy="0"/>
        </a:xfrm>
      </p:grpSpPr>
      <p:sp>
        <p:nvSpPr>
          <p:cNvPr id="515" name="Google Shape;515;p36"/>
          <p:cNvSpPr/>
          <p:nvPr/>
        </p:nvSpPr>
        <p:spPr>
          <a:xfrm>
            <a:off x="1422109" y="364853"/>
            <a:ext cx="2559582" cy="732372"/>
          </a:xfrm>
          <a:prstGeom prst="doubleWave">
            <a:avLst>
              <a:gd name="adj1" fmla="val 6250"/>
              <a:gd name="adj2" fmla="val 0"/>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516" name="Google Shape;516;p36"/>
          <p:cNvSpPr/>
          <p:nvPr/>
        </p:nvSpPr>
        <p:spPr>
          <a:xfrm rot="10800000" flipH="1">
            <a:off x="96520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pic>
        <p:nvPicPr>
          <p:cNvPr id="517" name="Google Shape;517;p36"/>
          <p:cNvPicPr preferRelativeResize="0"/>
          <p:nvPr/>
        </p:nvPicPr>
        <p:blipFill rotWithShape="1">
          <a:blip r:embed="rId2"/>
          <a:srcRect/>
          <a:stretch>
            <a:fillRect/>
          </a:stretch>
        </p:blipFill>
        <p:spPr>
          <a:xfrm>
            <a:off x="40822" y="42855"/>
            <a:ext cx="1504315" cy="1558290"/>
          </a:xfrm>
          <a:prstGeom prst="rect">
            <a:avLst/>
          </a:prstGeom>
          <a:noFill/>
          <a:ln>
            <a:noFill/>
          </a:ln>
        </p:spPr>
      </p:pic>
      <p:sp>
        <p:nvSpPr>
          <p:cNvPr id="518" name="Google Shape;518;p36"/>
          <p:cNvSpPr txBox="1"/>
          <p:nvPr/>
        </p:nvSpPr>
        <p:spPr>
          <a:xfrm>
            <a:off x="1545137" y="439256"/>
            <a:ext cx="2460752" cy="5835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3200"/>
              <a:buFont typeface="华文楷体" panose="02010600040101010101" charset="-122"/>
              <a:buNone/>
            </a:pPr>
            <a:r>
              <a:rPr lang="en-US" sz="32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练习 </a:t>
            </a:r>
            <a:r>
              <a:rPr lang="en-US" sz="2400" b="0" i="0" u="none" strike="noStrike" cap="none">
                <a:solidFill>
                  <a:srgbClr val="1F3864"/>
                </a:solidFill>
                <a:latin typeface="Times New Roman" panose="02020603050405020304"/>
                <a:ea typeface="Times New Roman" panose="02020603050405020304"/>
                <a:cs typeface="Times New Roman" panose="02020603050405020304"/>
                <a:sym typeface="Times New Roman" panose="02020603050405020304"/>
              </a:rPr>
              <a:t>luyện tập</a:t>
            </a:r>
            <a:endParaRPr sz="2400" b="0" i="0" u="none" strike="noStrike" cap="none">
              <a:solidFill>
                <a:srgbClr val="1F386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19" name="Google Shape;519;p36"/>
          <p:cNvSpPr/>
          <p:nvPr/>
        </p:nvSpPr>
        <p:spPr>
          <a:xfrm>
            <a:off x="1277208" y="1115477"/>
            <a:ext cx="4731332" cy="624840"/>
          </a:xfrm>
          <a:prstGeom prst="rect">
            <a:avLst/>
          </a:prstGeom>
          <a:no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Clr>
                <a:srgbClr val="002060"/>
              </a:buClr>
              <a:buSzPts val="2800"/>
              <a:buFont typeface="楷体" panose="02010609060101010101" charset="-122"/>
              <a:buNone/>
            </a:pPr>
            <a:r>
              <a:rPr lang="en-US" sz="2800" b="1" i="0" u="none" strike="noStrike" cap="none">
                <a:solidFill>
                  <a:srgbClr val="002060"/>
                </a:solidFill>
                <a:latin typeface="楷体" panose="02010609060101010101" charset="-122"/>
                <a:ea typeface="楷体" panose="02010609060101010101" charset="-122"/>
                <a:cs typeface="楷体" panose="02010609060101010101" charset="-122"/>
                <a:sym typeface="楷体" panose="02010609060101010101" charset="-122"/>
              </a:rPr>
              <a:t>完成对话 </a:t>
            </a:r>
            <a:r>
              <a:rPr lang="en-US" sz="24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rPr>
              <a:t>Hoàn thành hội thoại</a:t>
            </a:r>
            <a:endParaRPr sz="2400" b="0"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0" name="Google Shape;520;p36"/>
          <p:cNvSpPr txBox="1"/>
          <p:nvPr/>
        </p:nvSpPr>
        <p:spPr>
          <a:xfrm>
            <a:off x="1545137" y="1472565"/>
            <a:ext cx="9410392" cy="452431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Calibri" panose="020F0502020204030204"/>
              <a:buNone/>
            </a:pPr>
            <a:endParaRPr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a:p>
            <a:pPr marL="0" marR="0" lvl="0" indent="0" algn="l" rtl="0">
              <a:lnSpc>
                <a:spcPct val="100000"/>
              </a:lnSpc>
              <a:spcBef>
                <a:spcPts val="0"/>
              </a:spcBef>
              <a:spcAft>
                <a:spcPts val="0"/>
              </a:spcAft>
              <a:buClr>
                <a:srgbClr val="000000"/>
              </a:buClr>
              <a:buSzPts val="3200"/>
              <a:buFont typeface="楷体" panose="02010609060101010101" charset="-122"/>
              <a:buNone/>
            </a:pP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(1)A：你爱吃什么？</a:t>
            </a:r>
            <a:endParaRPr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a:p>
            <a:pPr marL="0" marR="0" lvl="0" indent="0" algn="l" rtl="0">
              <a:lnSpc>
                <a:spcPct val="100000"/>
              </a:lnSpc>
              <a:spcBef>
                <a:spcPts val="0"/>
              </a:spcBef>
              <a:spcAft>
                <a:spcPts val="0"/>
              </a:spcAft>
              <a:buClr>
                <a:srgbClr val="000000"/>
              </a:buClr>
              <a:buSzPts val="3200"/>
              <a:buFont typeface="楷体" panose="02010609060101010101" charset="-122"/>
              <a:buNone/>
            </a:pP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   </a:t>
            </a:r>
            <a:r>
              <a:rPr lang="en-US" sz="3200" b="0" i="0" u="none" strike="noStrike" cap="none">
                <a:solidFill>
                  <a:srgbClr val="000000"/>
                </a:solidFill>
                <a:latin typeface="Calibri" panose="020F0502020204030204"/>
                <a:ea typeface="Calibri" panose="020F0502020204030204"/>
                <a:cs typeface="Calibri" panose="020F0502020204030204"/>
                <a:sym typeface="Calibri" panose="020F0502020204030204"/>
              </a:rPr>
              <a:t>B：</a:t>
            </a: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………，我都爱吃。</a:t>
            </a:r>
            <a:endParaRPr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a:p>
            <a:pPr marL="0" marR="0" lvl="0" indent="0" algn="l" rtl="0">
              <a:lnSpc>
                <a:spcPct val="100000"/>
              </a:lnSpc>
              <a:spcBef>
                <a:spcPts val="0"/>
              </a:spcBef>
              <a:spcAft>
                <a:spcPts val="0"/>
              </a:spcAft>
              <a:buClr>
                <a:schemeClr val="dk1"/>
              </a:buClr>
              <a:buSzPts val="3200"/>
              <a:buFont typeface="Calibri" panose="020F0502020204030204"/>
              <a:buNone/>
            </a:pPr>
            <a:endParaRPr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a:p>
            <a:pPr marL="0" marR="0" lvl="0" indent="0" algn="l" rtl="0">
              <a:lnSpc>
                <a:spcPct val="100000"/>
              </a:lnSpc>
              <a:spcBef>
                <a:spcPts val="0"/>
              </a:spcBef>
              <a:spcAft>
                <a:spcPts val="0"/>
              </a:spcAft>
              <a:buClr>
                <a:srgbClr val="000000"/>
              </a:buClr>
              <a:buSzPts val="3200"/>
              <a:buFont typeface="楷体" panose="02010609060101010101" charset="-122"/>
              <a:buNone/>
            </a:pP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(2)A：那间教室里有些什么？</a:t>
            </a:r>
            <a:endParaRPr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a:p>
            <a:pPr marL="0" marR="0" lvl="0" indent="0" algn="l" rtl="0">
              <a:lnSpc>
                <a:spcPct val="100000"/>
              </a:lnSpc>
              <a:spcBef>
                <a:spcPts val="0"/>
              </a:spcBef>
              <a:spcAft>
                <a:spcPts val="0"/>
              </a:spcAft>
              <a:buClr>
                <a:srgbClr val="000000"/>
              </a:buClr>
              <a:buSzPts val="3200"/>
              <a:buFont typeface="楷体" panose="02010609060101010101" charset="-122"/>
              <a:buNone/>
            </a:pP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   B：………。</a:t>
            </a:r>
            <a:endParaRPr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a:p>
            <a:pPr marL="0" marR="0" lvl="0" indent="0" algn="l" rtl="0">
              <a:lnSpc>
                <a:spcPct val="100000"/>
              </a:lnSpc>
              <a:spcBef>
                <a:spcPts val="0"/>
              </a:spcBef>
              <a:spcAft>
                <a:spcPts val="0"/>
              </a:spcAft>
              <a:buClr>
                <a:schemeClr val="dk1"/>
              </a:buClr>
              <a:buSzPts val="3200"/>
              <a:buFont typeface="Calibri" panose="020F0502020204030204"/>
              <a:buNone/>
            </a:pPr>
            <a:endParaRPr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a:p>
            <a:pPr marL="0" marR="0" lvl="0" indent="0" algn="l" rtl="0">
              <a:lnSpc>
                <a:spcPct val="100000"/>
              </a:lnSpc>
              <a:spcBef>
                <a:spcPts val="0"/>
              </a:spcBef>
              <a:spcAft>
                <a:spcPts val="0"/>
              </a:spcAft>
              <a:buClr>
                <a:srgbClr val="000000"/>
              </a:buClr>
              <a:buSzPts val="3200"/>
              <a:buFont typeface="楷体" panose="02010609060101010101" charset="-122"/>
              <a:buNone/>
            </a:pP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(3)A：休息的时候，你喜欢做些什么</a:t>
            </a:r>
            <a:r>
              <a:rPr lang="en-US" sz="3200">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a:t>
            </a:r>
            <a:endParaRPr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a:p>
            <a:pPr marL="0" marR="0" lvl="0" indent="0" algn="l" rtl="0">
              <a:lnSpc>
                <a:spcPct val="100000"/>
              </a:lnSpc>
              <a:spcBef>
                <a:spcPts val="0"/>
              </a:spcBef>
              <a:spcAft>
                <a:spcPts val="0"/>
              </a:spcAft>
              <a:buClr>
                <a:srgbClr val="000000"/>
              </a:buClr>
              <a:buSzPts val="3200"/>
              <a:buFont typeface="楷体" panose="02010609060101010101" charset="-122"/>
              <a:buNone/>
            </a:pP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   B：</a:t>
            </a:r>
            <a:r>
              <a:rPr lang="en-US" sz="3200">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a:t>
            </a: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a:t>
            </a:r>
            <a:endParaRPr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521" name="Google Shape;521;p3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525" name="Shape 525"/>
        <p:cNvGrpSpPr/>
        <p:nvPr/>
      </p:nvGrpSpPr>
      <p:grpSpPr>
        <a:xfrm>
          <a:off x="0" y="0"/>
          <a:ext cx="0" cy="0"/>
          <a:chOff x="0" y="0"/>
          <a:chExt cx="0" cy="0"/>
        </a:xfrm>
      </p:grpSpPr>
      <p:sp>
        <p:nvSpPr>
          <p:cNvPr id="526" name="Google Shape;526;p37"/>
          <p:cNvSpPr/>
          <p:nvPr/>
        </p:nvSpPr>
        <p:spPr>
          <a:xfrm>
            <a:off x="6612890" y="843280"/>
            <a:ext cx="6179397"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527" name="Google Shape;527;p37"/>
          <p:cNvSpPr/>
          <p:nvPr/>
        </p:nvSpPr>
        <p:spPr>
          <a:xfrm>
            <a:off x="7664704" y="314960"/>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528" name="Google Shape;528;p37"/>
          <p:cNvSpPr/>
          <p:nvPr/>
        </p:nvSpPr>
        <p:spPr>
          <a:xfrm>
            <a:off x="10357104" y="299720"/>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529" name="Google Shape;529;p37"/>
          <p:cNvGrpSpPr/>
          <p:nvPr/>
        </p:nvGrpSpPr>
        <p:grpSpPr>
          <a:xfrm>
            <a:off x="8902531" y="299720"/>
            <a:ext cx="3086947" cy="589280"/>
            <a:chOff x="19244" y="588"/>
            <a:chExt cx="7292" cy="1392"/>
          </a:xfrm>
        </p:grpSpPr>
        <p:sp>
          <p:nvSpPr>
            <p:cNvPr id="530" name="Google Shape;530;p37"/>
            <p:cNvSpPr/>
            <p:nvPr/>
          </p:nvSpPr>
          <p:spPr>
            <a:xfrm>
              <a:off x="22680" y="588"/>
              <a:ext cx="3856" cy="1385"/>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531" name="Google Shape;531;p37"/>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grpSp>
        <p:nvGrpSpPr>
          <p:cNvPr id="532" name="Google Shape;532;p37"/>
          <p:cNvGrpSpPr/>
          <p:nvPr/>
        </p:nvGrpSpPr>
        <p:grpSpPr>
          <a:xfrm>
            <a:off x="7711694" y="363855"/>
            <a:ext cx="4347210" cy="521970"/>
            <a:chOff x="8288" y="4121"/>
            <a:chExt cx="6846" cy="822"/>
          </a:xfrm>
        </p:grpSpPr>
        <p:sp>
          <p:nvSpPr>
            <p:cNvPr id="533" name="Google Shape;533;p37"/>
            <p:cNvSpPr txBox="1"/>
            <p:nvPr/>
          </p:nvSpPr>
          <p:spPr>
            <a:xfrm>
              <a:off x="8288" y="4121"/>
              <a:ext cx="1875"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534" name="Google Shape;534;p37"/>
            <p:cNvSpPr txBox="1"/>
            <p:nvPr/>
          </p:nvSpPr>
          <p:spPr>
            <a:xfrm>
              <a:off x="10560" y="4121"/>
              <a:ext cx="2424"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535" name="Google Shape;535;p37"/>
            <p:cNvSpPr txBox="1"/>
            <p:nvPr/>
          </p:nvSpPr>
          <p:spPr>
            <a:xfrm>
              <a:off x="12785" y="4121"/>
              <a:ext cx="2349"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536" name="Google Shape;536;p37"/>
          <p:cNvSpPr txBox="1"/>
          <p:nvPr/>
        </p:nvSpPr>
        <p:spPr>
          <a:xfrm>
            <a:off x="133096" y="173990"/>
            <a:ext cx="1997332" cy="4914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600"/>
              <a:buFont typeface="Times New Roman" panose="02020603050405020304"/>
              <a:buNone/>
            </a:pPr>
            <a:r>
              <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2</a:t>
            </a:r>
            <a:endPar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37" name="Google Shape;537;p37"/>
          <p:cNvSpPr txBox="1"/>
          <p:nvPr/>
        </p:nvSpPr>
        <p:spPr>
          <a:xfrm>
            <a:off x="1339884" y="3125812"/>
            <a:ext cx="1140040" cy="533223"/>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1200"/>
              <a:buFont typeface="华文楷体" panose="02010600040101010101" charset="-122"/>
              <a:buNone/>
            </a:pPr>
            <a:r>
              <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Wáng Yīxuě</a:t>
            </a:r>
            <a:endParaRPr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Clr>
                <a:srgbClr val="000000"/>
              </a:buClr>
              <a:buSzPts val="1600"/>
              <a:buFont typeface="楷体" panose="02010609060101010101" charset="-122"/>
              <a:buNone/>
            </a:pPr>
            <a:r>
              <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王 一雪</a:t>
            </a:r>
            <a:endPar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538" name="Google Shape;538;p37"/>
          <p:cNvPicPr preferRelativeResize="0"/>
          <p:nvPr/>
        </p:nvPicPr>
        <p:blipFill rotWithShape="1">
          <a:blip r:embed="rId2"/>
          <a:srcRect/>
          <a:stretch>
            <a:fillRect/>
          </a:stretch>
        </p:blipFill>
        <p:spPr>
          <a:xfrm>
            <a:off x="711274" y="3123468"/>
            <a:ext cx="539831" cy="533222"/>
          </a:xfrm>
          <a:prstGeom prst="rect">
            <a:avLst/>
          </a:prstGeom>
          <a:noFill/>
          <a:ln>
            <a:noFill/>
          </a:ln>
        </p:spPr>
      </p:pic>
      <p:sp>
        <p:nvSpPr>
          <p:cNvPr id="539" name="Google Shape;539;p37"/>
          <p:cNvSpPr txBox="1"/>
          <p:nvPr/>
        </p:nvSpPr>
        <p:spPr>
          <a:xfrm>
            <a:off x="1323790" y="862120"/>
            <a:ext cx="872944" cy="533223"/>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1200"/>
              <a:buFont typeface="华文楷体" panose="02010600040101010101" charset="-122"/>
              <a:buNone/>
            </a:pPr>
            <a:r>
              <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Liú Míng</a:t>
            </a:r>
            <a:endPar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Clr>
                <a:srgbClr val="000000"/>
              </a:buClr>
              <a:buSzPts val="1600"/>
              <a:buFont typeface="楷体" panose="02010609060101010101" charset="-122"/>
              <a:buNone/>
            </a:pPr>
            <a:r>
              <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刘 明 </a:t>
            </a:r>
            <a:endPar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540" name="Google Shape;540;p37"/>
          <p:cNvPicPr preferRelativeResize="0"/>
          <p:nvPr/>
        </p:nvPicPr>
        <p:blipFill rotWithShape="1">
          <a:blip r:embed="rId3"/>
          <a:srcRect/>
          <a:stretch>
            <a:fillRect/>
          </a:stretch>
        </p:blipFill>
        <p:spPr>
          <a:xfrm>
            <a:off x="704201" y="852051"/>
            <a:ext cx="570058" cy="563080"/>
          </a:xfrm>
          <a:prstGeom prst="rect">
            <a:avLst/>
          </a:prstGeom>
          <a:noFill/>
          <a:ln>
            <a:noFill/>
          </a:ln>
        </p:spPr>
      </p:pic>
      <p:sp>
        <p:nvSpPr>
          <p:cNvPr id="541" name="Google Shape;541;p37"/>
          <p:cNvSpPr txBox="1"/>
          <p:nvPr/>
        </p:nvSpPr>
        <p:spPr>
          <a:xfrm>
            <a:off x="1292099" y="5962716"/>
            <a:ext cx="1140040" cy="56451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1200" b="1">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Liú Xiǎoxuě</a:t>
            </a:r>
            <a:endParaRPr lang="en-US" sz="1200" b="1">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None/>
            </a:pPr>
            <a:r>
              <a:rPr lang="en-US" sz="1600">
                <a:solidFill>
                  <a:schemeClr val="dk1"/>
                </a:solidFill>
                <a:latin typeface="楷体" panose="02010609060101010101" charset="-122"/>
                <a:ea typeface="楷体" panose="02010609060101010101" charset="-122"/>
                <a:cs typeface="楷体" panose="02010609060101010101" charset="-122"/>
                <a:sym typeface="楷体" panose="02010609060101010101" charset="-122"/>
              </a:rPr>
              <a:t>刘小雪</a:t>
            </a:r>
            <a:endParaRPr lang="en-US" sz="16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542" name="Google Shape;542;p37"/>
          <p:cNvPicPr preferRelativeResize="0"/>
          <p:nvPr/>
        </p:nvPicPr>
        <p:blipFill rotWithShape="1">
          <a:blip r:embed="rId4"/>
          <a:srcRect l="12969" r="8459" b="70041"/>
          <a:stretch>
            <a:fillRect/>
          </a:stretch>
        </p:blipFill>
        <p:spPr>
          <a:xfrm>
            <a:off x="715943" y="5932289"/>
            <a:ext cx="605155" cy="619125"/>
          </a:xfrm>
          <a:prstGeom prst="rect">
            <a:avLst/>
          </a:prstGeom>
          <a:noFill/>
          <a:ln>
            <a:noFill/>
          </a:ln>
        </p:spPr>
      </p:pic>
      <p:pic>
        <p:nvPicPr>
          <p:cNvPr id="543" name="Google Shape;543;p37"/>
          <p:cNvPicPr preferRelativeResize="0"/>
          <p:nvPr/>
        </p:nvPicPr>
        <p:blipFill rotWithShape="1">
          <a:blip r:embed="rId5"/>
          <a:srcRect/>
          <a:stretch>
            <a:fillRect/>
          </a:stretch>
        </p:blipFill>
        <p:spPr>
          <a:xfrm>
            <a:off x="468603" y="1738335"/>
            <a:ext cx="867417" cy="739507"/>
          </a:xfrm>
          <a:prstGeom prst="rect">
            <a:avLst/>
          </a:prstGeom>
          <a:noFill/>
          <a:ln>
            <a:noFill/>
          </a:ln>
        </p:spPr>
      </p:pic>
      <p:sp>
        <p:nvSpPr>
          <p:cNvPr id="544" name="Google Shape;544;p37"/>
          <p:cNvSpPr txBox="1"/>
          <p:nvPr/>
        </p:nvSpPr>
        <p:spPr>
          <a:xfrm>
            <a:off x="1198791" y="1944619"/>
            <a:ext cx="1140040" cy="533223"/>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1200" b="1">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Liú Xiǎomíng</a:t>
            </a:r>
            <a:endParaRPr sz="1200" b="1">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None/>
            </a:pPr>
            <a:r>
              <a:rPr lang="en-US" sz="1600">
                <a:solidFill>
                  <a:schemeClr val="dk1"/>
                </a:solidFill>
                <a:latin typeface="楷体" panose="02010609060101010101" charset="-122"/>
                <a:ea typeface="楷体" panose="02010609060101010101" charset="-122"/>
                <a:cs typeface="楷体" panose="02010609060101010101" charset="-122"/>
                <a:sym typeface="楷体" panose="02010609060101010101" charset="-122"/>
              </a:rPr>
              <a:t>刘小明</a:t>
            </a:r>
            <a:endParaRPr lang="en-US" sz="16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545" name="Google Shape;545;p37"/>
          <p:cNvSpPr/>
          <p:nvPr/>
        </p:nvSpPr>
        <p:spPr>
          <a:xfrm rot="5400000">
            <a:off x="4000590" y="-683527"/>
            <a:ext cx="660657" cy="3731813"/>
          </a:xfrm>
          <a:prstGeom prst="wedgeRoundRectCallout">
            <a:avLst>
              <a:gd name="adj1" fmla="val -3830"/>
              <a:gd name="adj2" fmla="val 56447"/>
              <a:gd name="adj3" fmla="val 16667"/>
            </a:avLst>
          </a:prstGeom>
          <a:noFill/>
          <a:ln w="127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546" name="Google Shape;546;p37"/>
          <p:cNvSpPr txBox="1"/>
          <p:nvPr/>
        </p:nvSpPr>
        <p:spPr>
          <a:xfrm>
            <a:off x="2672715" y="869315"/>
            <a:ext cx="3726815" cy="647700"/>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None/>
            </a:pPr>
            <a:r>
              <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rPr>
              <a:t>小雪，生日快乐！</a:t>
            </a:r>
            <a:endPar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547" name="Google Shape;547;p37"/>
          <p:cNvSpPr/>
          <p:nvPr/>
        </p:nvSpPr>
        <p:spPr>
          <a:xfrm rot="5400000">
            <a:off x="4000590" y="315291"/>
            <a:ext cx="660657" cy="3731813"/>
          </a:xfrm>
          <a:prstGeom prst="wedgeRoundRectCallout">
            <a:avLst>
              <a:gd name="adj1" fmla="val -3830"/>
              <a:gd name="adj2" fmla="val 56447"/>
              <a:gd name="adj3" fmla="val 16667"/>
            </a:avLst>
          </a:prstGeom>
          <a:noFill/>
          <a:ln w="127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548" name="Google Shape;548;p37"/>
          <p:cNvSpPr txBox="1"/>
          <p:nvPr/>
        </p:nvSpPr>
        <p:spPr>
          <a:xfrm>
            <a:off x="2672715" y="1868170"/>
            <a:ext cx="3936365" cy="647700"/>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None/>
            </a:pPr>
            <a:r>
              <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rPr>
              <a:t>姐姐，生日快乐！</a:t>
            </a:r>
            <a:endPar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549" name="Google Shape;549;p37"/>
          <p:cNvSpPr/>
          <p:nvPr/>
        </p:nvSpPr>
        <p:spPr>
          <a:xfrm rot="5400000">
            <a:off x="3683281" y="1699920"/>
            <a:ext cx="1252588" cy="3611165"/>
          </a:xfrm>
          <a:prstGeom prst="wedgeRoundRectCallout">
            <a:avLst>
              <a:gd name="adj1" fmla="val -3830"/>
              <a:gd name="adj2" fmla="val 56447"/>
              <a:gd name="adj3" fmla="val 16667"/>
            </a:avLst>
          </a:prstGeom>
          <a:noFill/>
          <a:ln w="127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550" name="Google Shape;550;p37"/>
          <p:cNvSpPr txBox="1"/>
          <p:nvPr/>
        </p:nvSpPr>
        <p:spPr>
          <a:xfrm>
            <a:off x="2754916" y="2992742"/>
            <a:ext cx="3109318" cy="968361"/>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None/>
            </a:pPr>
            <a:r>
              <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rPr>
              <a:t>小雪，这是爸爸、妈妈送你的礼物。</a:t>
            </a:r>
            <a:endPar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551" name="Google Shape;551;p37"/>
          <p:cNvSpPr txBox="1"/>
          <p:nvPr/>
        </p:nvSpPr>
        <p:spPr>
          <a:xfrm>
            <a:off x="1322959" y="4559020"/>
            <a:ext cx="872944" cy="533223"/>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1200"/>
              <a:buFont typeface="华文楷体" panose="02010600040101010101" charset="-122"/>
              <a:buNone/>
            </a:pPr>
            <a:r>
              <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Liú Míng</a:t>
            </a:r>
            <a:endPar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Clr>
                <a:srgbClr val="000000"/>
              </a:buClr>
              <a:buSzPts val="1600"/>
              <a:buFont typeface="楷体" panose="02010609060101010101" charset="-122"/>
              <a:buNone/>
            </a:pPr>
            <a:r>
              <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刘 明 </a:t>
            </a:r>
            <a:endPar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552" name="Google Shape;552;p37"/>
          <p:cNvPicPr preferRelativeResize="0"/>
          <p:nvPr/>
        </p:nvPicPr>
        <p:blipFill rotWithShape="1">
          <a:blip r:embed="rId3"/>
          <a:srcRect/>
          <a:stretch>
            <a:fillRect/>
          </a:stretch>
        </p:blipFill>
        <p:spPr>
          <a:xfrm>
            <a:off x="703370" y="4548951"/>
            <a:ext cx="570058" cy="563080"/>
          </a:xfrm>
          <a:prstGeom prst="rect">
            <a:avLst/>
          </a:prstGeom>
          <a:noFill/>
          <a:ln>
            <a:noFill/>
          </a:ln>
        </p:spPr>
      </p:pic>
      <p:sp>
        <p:nvSpPr>
          <p:cNvPr id="553" name="Google Shape;553;p37"/>
          <p:cNvSpPr/>
          <p:nvPr/>
        </p:nvSpPr>
        <p:spPr>
          <a:xfrm rot="5400000">
            <a:off x="3606065" y="3195981"/>
            <a:ext cx="1252591" cy="3611164"/>
          </a:xfrm>
          <a:prstGeom prst="wedgeRoundRectCallout">
            <a:avLst>
              <a:gd name="adj1" fmla="val -3830"/>
              <a:gd name="adj2" fmla="val 56447"/>
              <a:gd name="adj3" fmla="val 16667"/>
            </a:avLst>
          </a:prstGeom>
          <a:noFill/>
          <a:ln w="127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554" name="Google Shape;554;p37"/>
          <p:cNvSpPr txBox="1"/>
          <p:nvPr/>
        </p:nvSpPr>
        <p:spPr>
          <a:xfrm>
            <a:off x="2707471" y="4449750"/>
            <a:ext cx="3260909" cy="1103626"/>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None/>
            </a:pPr>
            <a:r>
              <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rPr>
              <a:t>你打开看看喜欢不喜欢。</a:t>
            </a:r>
            <a:endPar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555" name="Google Shape;555;p37"/>
          <p:cNvSpPr/>
          <p:nvPr/>
        </p:nvSpPr>
        <p:spPr>
          <a:xfrm rot="5400000">
            <a:off x="3962356" y="4452979"/>
            <a:ext cx="660657" cy="3731813"/>
          </a:xfrm>
          <a:prstGeom prst="wedgeRoundRectCallout">
            <a:avLst>
              <a:gd name="adj1" fmla="val -3830"/>
              <a:gd name="adj2" fmla="val 56447"/>
              <a:gd name="adj3" fmla="val 16667"/>
            </a:avLst>
          </a:prstGeom>
          <a:noFill/>
          <a:ln w="127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556" name="Google Shape;556;p37"/>
          <p:cNvSpPr txBox="1"/>
          <p:nvPr/>
        </p:nvSpPr>
        <p:spPr>
          <a:xfrm>
            <a:off x="2633980" y="6005830"/>
            <a:ext cx="3799205" cy="647700"/>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None/>
            </a:pPr>
            <a:r>
              <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rPr>
              <a:t>画笔！我很喜欢！</a:t>
            </a:r>
            <a:endPar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557" name="Google Shape;557;p37"/>
          <p:cNvPicPr preferRelativeResize="0"/>
          <p:nvPr/>
        </p:nvPicPr>
        <p:blipFill rotWithShape="1">
          <a:blip r:embed="rId6"/>
          <a:srcRect/>
          <a:stretch>
            <a:fillRect/>
          </a:stretch>
        </p:blipFill>
        <p:spPr>
          <a:xfrm>
            <a:off x="7029532" y="1637877"/>
            <a:ext cx="4944170" cy="4456513"/>
          </a:xfrm>
          <a:prstGeom prst="rect">
            <a:avLst/>
          </a:prstGeom>
          <a:noFill/>
          <a:ln>
            <a:noFill/>
          </a:ln>
        </p:spPr>
      </p:pic>
      <p:sp>
        <p:nvSpPr>
          <p:cNvPr id="558" name="Google Shape;558;p3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562" name="Shape 562"/>
        <p:cNvGrpSpPr/>
        <p:nvPr/>
      </p:nvGrpSpPr>
      <p:grpSpPr>
        <a:xfrm>
          <a:off x="0" y="0"/>
          <a:ext cx="0" cy="0"/>
          <a:chOff x="0" y="0"/>
          <a:chExt cx="0" cy="0"/>
        </a:xfrm>
      </p:grpSpPr>
      <p:sp>
        <p:nvSpPr>
          <p:cNvPr id="563" name="Google Shape;563;p38"/>
          <p:cNvSpPr/>
          <p:nvPr/>
        </p:nvSpPr>
        <p:spPr>
          <a:xfrm>
            <a:off x="6612890" y="843280"/>
            <a:ext cx="6179397"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564" name="Google Shape;564;p38"/>
          <p:cNvSpPr/>
          <p:nvPr/>
        </p:nvSpPr>
        <p:spPr>
          <a:xfrm>
            <a:off x="7664704" y="314960"/>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565" name="Google Shape;565;p38"/>
          <p:cNvSpPr/>
          <p:nvPr/>
        </p:nvSpPr>
        <p:spPr>
          <a:xfrm>
            <a:off x="10357104" y="299720"/>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566" name="Google Shape;566;p38"/>
          <p:cNvGrpSpPr/>
          <p:nvPr/>
        </p:nvGrpSpPr>
        <p:grpSpPr>
          <a:xfrm>
            <a:off x="8902531" y="299720"/>
            <a:ext cx="3086947" cy="589280"/>
            <a:chOff x="19244" y="588"/>
            <a:chExt cx="7292" cy="1392"/>
          </a:xfrm>
        </p:grpSpPr>
        <p:sp>
          <p:nvSpPr>
            <p:cNvPr id="567" name="Google Shape;567;p38"/>
            <p:cNvSpPr/>
            <p:nvPr/>
          </p:nvSpPr>
          <p:spPr>
            <a:xfrm>
              <a:off x="22680" y="588"/>
              <a:ext cx="3856" cy="1385"/>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568" name="Google Shape;568;p38"/>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grpSp>
        <p:nvGrpSpPr>
          <p:cNvPr id="569" name="Google Shape;569;p38"/>
          <p:cNvGrpSpPr/>
          <p:nvPr/>
        </p:nvGrpSpPr>
        <p:grpSpPr>
          <a:xfrm>
            <a:off x="7711694" y="363855"/>
            <a:ext cx="4347210" cy="521970"/>
            <a:chOff x="8288" y="4121"/>
            <a:chExt cx="6846" cy="822"/>
          </a:xfrm>
        </p:grpSpPr>
        <p:sp>
          <p:nvSpPr>
            <p:cNvPr id="570" name="Google Shape;570;p38"/>
            <p:cNvSpPr txBox="1"/>
            <p:nvPr/>
          </p:nvSpPr>
          <p:spPr>
            <a:xfrm>
              <a:off x="8288" y="4121"/>
              <a:ext cx="1875"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571" name="Google Shape;571;p38"/>
            <p:cNvSpPr txBox="1"/>
            <p:nvPr/>
          </p:nvSpPr>
          <p:spPr>
            <a:xfrm>
              <a:off x="10560" y="4121"/>
              <a:ext cx="2424"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572" name="Google Shape;572;p38"/>
            <p:cNvSpPr txBox="1"/>
            <p:nvPr/>
          </p:nvSpPr>
          <p:spPr>
            <a:xfrm>
              <a:off x="12785" y="4121"/>
              <a:ext cx="2349"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573" name="Google Shape;573;p38"/>
          <p:cNvSpPr txBox="1"/>
          <p:nvPr/>
        </p:nvSpPr>
        <p:spPr>
          <a:xfrm>
            <a:off x="133096" y="173990"/>
            <a:ext cx="1997332" cy="4914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600"/>
              <a:buFont typeface="Times New Roman" panose="02020603050405020304"/>
              <a:buNone/>
            </a:pPr>
            <a:r>
              <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2</a:t>
            </a:r>
            <a:endPar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74" name="Google Shape;574;p38"/>
          <p:cNvSpPr txBox="1"/>
          <p:nvPr/>
        </p:nvSpPr>
        <p:spPr>
          <a:xfrm>
            <a:off x="1110868" y="1289252"/>
            <a:ext cx="1140040" cy="533223"/>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1200"/>
              <a:buFont typeface="华文楷体" panose="02010600040101010101" charset="-122"/>
              <a:buNone/>
            </a:pPr>
            <a:r>
              <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Wáng Yīxuě</a:t>
            </a:r>
            <a:endParaRPr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Clr>
                <a:srgbClr val="000000"/>
              </a:buClr>
              <a:buSzPts val="1600"/>
              <a:buFont typeface="楷体" panose="02010609060101010101" charset="-122"/>
              <a:buNone/>
            </a:pPr>
            <a:r>
              <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王 一雪</a:t>
            </a:r>
            <a:endPar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575" name="Google Shape;575;p38"/>
          <p:cNvPicPr preferRelativeResize="0"/>
          <p:nvPr/>
        </p:nvPicPr>
        <p:blipFill rotWithShape="1">
          <a:blip r:embed="rId2"/>
          <a:srcRect/>
          <a:stretch>
            <a:fillRect/>
          </a:stretch>
        </p:blipFill>
        <p:spPr>
          <a:xfrm>
            <a:off x="482258" y="1286908"/>
            <a:ext cx="539831" cy="533222"/>
          </a:xfrm>
          <a:prstGeom prst="rect">
            <a:avLst/>
          </a:prstGeom>
          <a:noFill/>
          <a:ln>
            <a:noFill/>
          </a:ln>
        </p:spPr>
      </p:pic>
      <p:sp>
        <p:nvSpPr>
          <p:cNvPr id="576" name="Google Shape;576;p38"/>
          <p:cNvSpPr/>
          <p:nvPr/>
        </p:nvSpPr>
        <p:spPr>
          <a:xfrm rot="5400000">
            <a:off x="4030795" y="-460967"/>
            <a:ext cx="726681" cy="4108897"/>
          </a:xfrm>
          <a:prstGeom prst="wedgeRoundRectCallout">
            <a:avLst>
              <a:gd name="adj1" fmla="val -3830"/>
              <a:gd name="adj2" fmla="val 56447"/>
              <a:gd name="adj3" fmla="val 16667"/>
            </a:avLst>
          </a:prstGeom>
          <a:noFill/>
          <a:ln w="127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577" name="Google Shape;577;p38"/>
          <p:cNvSpPr txBox="1"/>
          <p:nvPr/>
        </p:nvSpPr>
        <p:spPr>
          <a:xfrm>
            <a:off x="2543167" y="1297507"/>
            <a:ext cx="3857974" cy="482425"/>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Clr>
                <a:srgbClr val="000000"/>
              </a:buClr>
              <a:buSzPts val="3200"/>
              <a:buFont typeface="楷体" panose="02010609060101010101" charset="-122"/>
              <a:buNone/>
            </a:pP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那你想画点儿什么？</a:t>
            </a:r>
            <a:endPar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578" name="Google Shape;578;p38"/>
          <p:cNvSpPr txBox="1"/>
          <p:nvPr/>
        </p:nvSpPr>
        <p:spPr>
          <a:xfrm>
            <a:off x="1022091" y="3066220"/>
            <a:ext cx="1140040" cy="56451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1200"/>
              <a:buFont typeface="华文楷体" panose="02010600040101010101" charset="-122"/>
              <a:buNone/>
            </a:pPr>
            <a:r>
              <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Liú Xiǎoxuě</a:t>
            </a:r>
            <a:endPar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Clr>
                <a:srgbClr val="000000"/>
              </a:buClr>
              <a:buSzPts val="1600"/>
              <a:buFont typeface="楷体" panose="02010609060101010101" charset="-122"/>
              <a:buNone/>
            </a:pPr>
            <a:r>
              <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刘小雪</a:t>
            </a:r>
            <a:endPar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579" name="Google Shape;579;p38"/>
          <p:cNvPicPr preferRelativeResize="0"/>
          <p:nvPr/>
        </p:nvPicPr>
        <p:blipFill rotWithShape="1">
          <a:blip r:embed="rId3"/>
          <a:srcRect l="12969" r="8459" b="70041"/>
          <a:stretch>
            <a:fillRect/>
          </a:stretch>
        </p:blipFill>
        <p:spPr>
          <a:xfrm>
            <a:off x="445935" y="3035793"/>
            <a:ext cx="605155" cy="619125"/>
          </a:xfrm>
          <a:prstGeom prst="rect">
            <a:avLst/>
          </a:prstGeom>
          <a:noFill/>
          <a:ln>
            <a:noFill/>
          </a:ln>
        </p:spPr>
      </p:pic>
      <p:sp>
        <p:nvSpPr>
          <p:cNvPr id="580" name="Google Shape;580;p38"/>
          <p:cNvSpPr/>
          <p:nvPr/>
        </p:nvSpPr>
        <p:spPr>
          <a:xfrm rot="5400000">
            <a:off x="3103683" y="1423174"/>
            <a:ext cx="2434311" cy="4255491"/>
          </a:xfrm>
          <a:prstGeom prst="wedgeRoundRectCallout">
            <a:avLst>
              <a:gd name="adj1" fmla="val -3830"/>
              <a:gd name="adj2" fmla="val 56447"/>
              <a:gd name="adj3" fmla="val 16667"/>
            </a:avLst>
          </a:prstGeom>
          <a:noFill/>
          <a:ln w="127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581" name="Google Shape;581;p38"/>
          <p:cNvSpPr txBox="1"/>
          <p:nvPr/>
        </p:nvSpPr>
        <p:spPr>
          <a:xfrm>
            <a:off x="2439707" y="2464381"/>
            <a:ext cx="3908860" cy="2173076"/>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Clr>
                <a:srgbClr val="000000"/>
              </a:buClr>
              <a:buSzPts val="3200"/>
              <a:buFont typeface="楷体" panose="02010609060101010101" charset="-122"/>
              <a:buNone/>
            </a:pP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画我们的家！有爸爸、妈妈、弟弟，还有黑色的狗、白色的猫什么的。</a:t>
            </a:r>
            <a:endPar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582" name="Google Shape;582;p38"/>
          <p:cNvPicPr preferRelativeResize="0"/>
          <p:nvPr/>
        </p:nvPicPr>
        <p:blipFill rotWithShape="1">
          <a:blip r:embed="rId4"/>
          <a:srcRect/>
          <a:stretch>
            <a:fillRect/>
          </a:stretch>
        </p:blipFill>
        <p:spPr>
          <a:xfrm>
            <a:off x="322865" y="5354883"/>
            <a:ext cx="867417" cy="739507"/>
          </a:xfrm>
          <a:prstGeom prst="rect">
            <a:avLst/>
          </a:prstGeom>
          <a:noFill/>
          <a:ln>
            <a:noFill/>
          </a:ln>
        </p:spPr>
      </p:pic>
      <p:sp>
        <p:nvSpPr>
          <p:cNvPr id="583" name="Google Shape;583;p38"/>
          <p:cNvSpPr txBox="1"/>
          <p:nvPr/>
        </p:nvSpPr>
        <p:spPr>
          <a:xfrm>
            <a:off x="1053053" y="5561167"/>
            <a:ext cx="1140040" cy="533223"/>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1200" b="1">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Liú Xiǎomíng</a:t>
            </a:r>
            <a:endParaRPr sz="1200" b="1">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None/>
            </a:pPr>
            <a:r>
              <a:rPr lang="en-US" sz="1600">
                <a:solidFill>
                  <a:schemeClr val="dk1"/>
                </a:solidFill>
                <a:latin typeface="楷体" panose="02010609060101010101" charset="-122"/>
                <a:ea typeface="楷体" panose="02010609060101010101" charset="-122"/>
                <a:cs typeface="楷体" panose="02010609060101010101" charset="-122"/>
                <a:sym typeface="楷体" panose="02010609060101010101" charset="-122"/>
              </a:rPr>
              <a:t>刘小明</a:t>
            </a:r>
            <a:endParaRPr lang="en-US" sz="16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584" name="Google Shape;584;p38"/>
          <p:cNvSpPr/>
          <p:nvPr/>
        </p:nvSpPr>
        <p:spPr>
          <a:xfrm rot="5400000">
            <a:off x="3754387" y="3777725"/>
            <a:ext cx="1288283" cy="4100107"/>
          </a:xfrm>
          <a:prstGeom prst="wedgeRoundRectCallout">
            <a:avLst>
              <a:gd name="adj1" fmla="val -3830"/>
              <a:gd name="adj2" fmla="val 56447"/>
              <a:gd name="adj3" fmla="val 16667"/>
            </a:avLst>
          </a:prstGeom>
          <a:noFill/>
          <a:ln w="127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585" name="Google Shape;585;p38"/>
          <p:cNvSpPr txBox="1"/>
          <p:nvPr/>
        </p:nvSpPr>
        <p:spPr>
          <a:xfrm>
            <a:off x="2690383" y="5277387"/>
            <a:ext cx="3260909" cy="1037211"/>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None/>
            </a:pPr>
            <a:r>
              <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rPr>
              <a:t>那我要画一个穿白色衣服的姐姐。</a:t>
            </a:r>
            <a:endPar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586" name="Google Shape;586;p38"/>
          <p:cNvPicPr preferRelativeResize="0"/>
          <p:nvPr/>
        </p:nvPicPr>
        <p:blipFill rotWithShape="1">
          <a:blip r:embed="rId5"/>
          <a:srcRect/>
          <a:stretch>
            <a:fillRect/>
          </a:stretch>
        </p:blipFill>
        <p:spPr>
          <a:xfrm>
            <a:off x="7029532" y="1637877"/>
            <a:ext cx="4944170" cy="4456513"/>
          </a:xfrm>
          <a:prstGeom prst="rect">
            <a:avLst/>
          </a:prstGeom>
          <a:noFill/>
          <a:ln>
            <a:noFill/>
          </a:ln>
        </p:spPr>
      </p:pic>
      <p:sp>
        <p:nvSpPr>
          <p:cNvPr id="587" name="Google Shape;587;p38"/>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592" name="Shape 592"/>
        <p:cNvGrpSpPr/>
        <p:nvPr/>
      </p:nvGrpSpPr>
      <p:grpSpPr>
        <a:xfrm>
          <a:off x="0" y="0"/>
          <a:ext cx="0" cy="0"/>
          <a:chOff x="0" y="0"/>
          <a:chExt cx="0" cy="0"/>
        </a:xfrm>
      </p:grpSpPr>
      <p:sp>
        <p:nvSpPr>
          <p:cNvPr id="593" name="Google Shape;593;p39"/>
          <p:cNvSpPr/>
          <p:nvPr/>
        </p:nvSpPr>
        <p:spPr>
          <a:xfrm>
            <a:off x="1435417" y="302359"/>
            <a:ext cx="2314780" cy="715645"/>
          </a:xfrm>
          <a:prstGeom prst="doubleWave">
            <a:avLst>
              <a:gd name="adj1" fmla="val 6250"/>
              <a:gd name="adj2" fmla="val 0"/>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594" name="Google Shape;594;p39"/>
          <p:cNvSpPr/>
          <p:nvPr/>
        </p:nvSpPr>
        <p:spPr>
          <a:xfrm rot="10800000" flipH="1">
            <a:off x="96520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pic>
        <p:nvPicPr>
          <p:cNvPr id="595" name="Google Shape;595;p39"/>
          <p:cNvPicPr preferRelativeResize="0"/>
          <p:nvPr/>
        </p:nvPicPr>
        <p:blipFill rotWithShape="1">
          <a:blip r:embed="rId2"/>
          <a:srcRect/>
          <a:stretch>
            <a:fillRect/>
          </a:stretch>
        </p:blipFill>
        <p:spPr>
          <a:xfrm>
            <a:off x="-26783" y="-47119"/>
            <a:ext cx="1504315" cy="1558290"/>
          </a:xfrm>
          <a:prstGeom prst="rect">
            <a:avLst/>
          </a:prstGeom>
          <a:noFill/>
          <a:ln>
            <a:noFill/>
          </a:ln>
        </p:spPr>
      </p:pic>
      <p:sp>
        <p:nvSpPr>
          <p:cNvPr id="596" name="Google Shape;596;p39"/>
          <p:cNvSpPr txBox="1"/>
          <p:nvPr/>
        </p:nvSpPr>
        <p:spPr>
          <a:xfrm>
            <a:off x="1393063" y="356235"/>
            <a:ext cx="2460752" cy="5835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3200"/>
              <a:buFont typeface="华文楷体" panose="02010600040101010101" charset="-122"/>
              <a:buNone/>
            </a:pPr>
            <a:r>
              <a:rPr lang="en-US" sz="32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练习 </a:t>
            </a:r>
            <a:r>
              <a:rPr lang="en-US" sz="2400" b="0" i="0" u="none" strike="noStrike" cap="none">
                <a:solidFill>
                  <a:srgbClr val="1F3864"/>
                </a:solidFill>
                <a:latin typeface="Times New Roman" panose="02020603050405020304"/>
                <a:ea typeface="Times New Roman" panose="02020603050405020304"/>
                <a:cs typeface="Times New Roman" panose="02020603050405020304"/>
                <a:sym typeface="Times New Roman" panose="02020603050405020304"/>
              </a:rPr>
              <a:t>luyện tập</a:t>
            </a:r>
            <a:endParaRPr lang="en-US" sz="2400" b="0" i="0" u="none" strike="noStrike" cap="none">
              <a:solidFill>
                <a:srgbClr val="1F386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97" name="Google Shape;597;p39"/>
          <p:cNvSpPr/>
          <p:nvPr/>
        </p:nvSpPr>
        <p:spPr>
          <a:xfrm>
            <a:off x="1477532" y="1343154"/>
            <a:ext cx="10039350" cy="624840"/>
          </a:xfrm>
          <a:prstGeom prst="rect">
            <a:avLst/>
          </a:prstGeom>
          <a:no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Clr>
                <a:srgbClr val="002060"/>
              </a:buClr>
              <a:buSzPts val="2800"/>
              <a:buFont typeface="楷体" panose="02010609060101010101" charset="-122"/>
              <a:buNone/>
            </a:pPr>
            <a:r>
              <a:rPr lang="en-US" sz="2800" b="1" i="0" u="none" strike="noStrike" cap="none">
                <a:solidFill>
                  <a:srgbClr val="002060"/>
                </a:solidFill>
                <a:latin typeface="楷体" panose="02010609060101010101" charset="-122"/>
                <a:ea typeface="楷体" panose="02010609060101010101" charset="-122"/>
                <a:cs typeface="楷体" panose="02010609060101010101" charset="-122"/>
                <a:sym typeface="楷体" panose="02010609060101010101" charset="-122"/>
              </a:rPr>
              <a:t>根据课文内容回答问题 </a:t>
            </a:r>
            <a:endParaRPr lang="en-US" sz="2800" b="1" i="0" u="none" strike="noStrike" cap="none">
              <a:solidFill>
                <a:srgbClr val="002060"/>
              </a:solidFill>
              <a:latin typeface="楷体" panose="02010609060101010101" charset="-122"/>
              <a:ea typeface="楷体" panose="02010609060101010101" charset="-122"/>
              <a:cs typeface="楷体" panose="02010609060101010101" charset="-122"/>
              <a:sym typeface="楷体" panose="02010609060101010101" charset="-122"/>
            </a:endParaRPr>
          </a:p>
          <a:p>
            <a:pPr marL="0" marR="0" lvl="0" indent="0" algn="l" rtl="0">
              <a:lnSpc>
                <a:spcPct val="130000"/>
              </a:lnSpc>
              <a:spcBef>
                <a:spcPts val="0"/>
              </a:spcBef>
              <a:spcAft>
                <a:spcPts val="0"/>
              </a:spcAft>
              <a:buClr>
                <a:srgbClr val="002060"/>
              </a:buClr>
              <a:buSzPts val="2400"/>
              <a:buFont typeface="Times New Roman" panose="02020603050405020304"/>
              <a:buNone/>
            </a:pPr>
            <a:r>
              <a:rPr lang="en-US" sz="2400" b="0"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rPr>
              <a:t>Dựa vào nội dung bài khóa trả lời câu hỏi</a:t>
            </a:r>
            <a:endParaRPr lang="en-US" sz="2400" b="0"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98" name="Google Shape;598;p39"/>
          <p:cNvSpPr/>
          <p:nvPr/>
        </p:nvSpPr>
        <p:spPr>
          <a:xfrm>
            <a:off x="2874878" y="2916825"/>
            <a:ext cx="7244657" cy="2228367"/>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rgbClr val="000000"/>
              </a:buClr>
              <a:buSzPts val="3200"/>
              <a:buFont typeface="华文楷体" panose="02010600040101010101" charset="-122"/>
              <a:buNone/>
            </a:pPr>
            <a:r>
              <a:rPr lang="en-US"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1、 爸爸妈妈送了小雪什么礼物</a:t>
            </a: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50000"/>
              </a:lnSpc>
              <a:spcBef>
                <a:spcPts val="0"/>
              </a:spcBef>
              <a:spcAft>
                <a:spcPts val="0"/>
              </a:spcAft>
              <a:buClr>
                <a:schemeClr val="dk1"/>
              </a:buClr>
              <a:buSzPts val="3200"/>
              <a:buFont typeface="Calibri" panose="020F0502020204030204"/>
              <a:buNone/>
            </a:pP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50000"/>
              </a:lnSpc>
              <a:spcBef>
                <a:spcPts val="0"/>
              </a:spcBef>
              <a:spcAft>
                <a:spcPts val="0"/>
              </a:spcAft>
              <a:buClr>
                <a:srgbClr val="000000"/>
              </a:buClr>
              <a:buSzPts val="3200"/>
              <a:buFont typeface="华文楷体" panose="02010600040101010101" charset="-122"/>
              <a:buNone/>
            </a:pPr>
            <a:r>
              <a:rPr lang="en-US"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2、</a:t>
            </a:r>
            <a:r>
              <a:rPr lang="en-US" sz="3200">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小学喜欢这个礼物吗？</a:t>
            </a:r>
            <a:endParaRPr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599" name="Google Shape;599;p39"/>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603" name="Shape 603"/>
        <p:cNvGrpSpPr/>
        <p:nvPr/>
      </p:nvGrpSpPr>
      <p:grpSpPr>
        <a:xfrm>
          <a:off x="0" y="0"/>
          <a:ext cx="0" cy="0"/>
          <a:chOff x="0" y="0"/>
          <a:chExt cx="0" cy="0"/>
        </a:xfrm>
      </p:grpSpPr>
      <p:sp>
        <p:nvSpPr>
          <p:cNvPr id="604" name="Google Shape;604;p40"/>
          <p:cNvSpPr/>
          <p:nvPr/>
        </p:nvSpPr>
        <p:spPr>
          <a:xfrm>
            <a:off x="5575852" y="516835"/>
            <a:ext cx="4701209" cy="2246243"/>
          </a:xfrm>
          <a:prstGeom prst="cloud">
            <a:avLst/>
          </a:prstGeom>
          <a:solidFill>
            <a:srgbClr val="B9C6E8"/>
          </a:solidFill>
          <a:ln w="12700" cap="flat" cmpd="sng">
            <a:solidFill>
              <a:srgbClr val="FD87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605" name="Google Shape;605;p40"/>
          <p:cNvSpPr txBox="1"/>
          <p:nvPr/>
        </p:nvSpPr>
        <p:spPr>
          <a:xfrm>
            <a:off x="5952111" y="855126"/>
            <a:ext cx="3948689" cy="15696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600"/>
              <a:buFont typeface="华文楷体" panose="02010600040101010101" charset="-122"/>
              <a:buNone/>
            </a:pPr>
            <a:r>
              <a:rPr lang="en-US" sz="96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课文三</a:t>
            </a:r>
            <a:endParaRPr sz="96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06" name="Google Shape;606;p40"/>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610" name="Shape 610"/>
        <p:cNvGrpSpPr/>
        <p:nvPr/>
      </p:nvGrpSpPr>
      <p:grpSpPr>
        <a:xfrm>
          <a:off x="0" y="0"/>
          <a:ext cx="0" cy="0"/>
          <a:chOff x="0" y="0"/>
          <a:chExt cx="0" cy="0"/>
        </a:xfrm>
      </p:grpSpPr>
      <p:sp>
        <p:nvSpPr>
          <p:cNvPr id="611" name="Google Shape;611;p41"/>
          <p:cNvSpPr/>
          <p:nvPr/>
        </p:nvSpPr>
        <p:spPr>
          <a:xfrm>
            <a:off x="7682992" y="308864"/>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612" name="Google Shape;612;p41"/>
          <p:cNvSpPr/>
          <p:nvPr/>
        </p:nvSpPr>
        <p:spPr>
          <a:xfrm>
            <a:off x="10375392" y="293624"/>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613" name="Google Shape;613;p41"/>
          <p:cNvGrpSpPr/>
          <p:nvPr/>
        </p:nvGrpSpPr>
        <p:grpSpPr>
          <a:xfrm>
            <a:off x="7682992" y="308864"/>
            <a:ext cx="4412403" cy="574040"/>
            <a:chOff x="16320" y="624"/>
            <a:chExt cx="10423" cy="1356"/>
          </a:xfrm>
        </p:grpSpPr>
        <p:sp>
          <p:nvSpPr>
            <p:cNvPr id="614" name="Google Shape;614;p41"/>
            <p:cNvSpPr/>
            <p:nvPr/>
          </p:nvSpPr>
          <p:spPr>
            <a:xfrm>
              <a:off x="16320" y="624"/>
              <a:ext cx="3675" cy="1356"/>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615" name="Google Shape;615;p41"/>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616" name="Google Shape;616;p41"/>
            <p:cNvSpPr txBox="1"/>
            <p:nvPr/>
          </p:nvSpPr>
          <p:spPr>
            <a:xfrm>
              <a:off x="16431" y="746"/>
              <a:ext cx="2813"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617" name="Google Shape;617;p41"/>
            <p:cNvSpPr txBox="1"/>
            <p:nvPr/>
          </p:nvSpPr>
          <p:spPr>
            <a:xfrm>
              <a:off x="19881" y="745"/>
              <a:ext cx="3636"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618" name="Google Shape;618;p41"/>
            <p:cNvSpPr txBox="1"/>
            <p:nvPr/>
          </p:nvSpPr>
          <p:spPr>
            <a:xfrm>
              <a:off x="23219" y="746"/>
              <a:ext cx="3524"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619" name="Google Shape;619;p41"/>
          <p:cNvSpPr/>
          <p:nvPr/>
        </p:nvSpPr>
        <p:spPr>
          <a:xfrm rot="10800000" flipH="1">
            <a:off x="96520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graphicFrame>
        <p:nvGraphicFramePr>
          <p:cNvPr id="620" name="Google Shape;620;p41"/>
          <p:cNvGraphicFramePr/>
          <p:nvPr/>
        </p:nvGraphicFramePr>
        <p:xfrm>
          <a:off x="784629" y="1310930"/>
          <a:ext cx="10622750" cy="4126650"/>
        </p:xfrm>
        <a:graphic>
          <a:graphicData uri="http://schemas.openxmlformats.org/drawingml/2006/table">
            <a:tbl>
              <a:tblPr firstRow="1">
                <a:noFill/>
                <a:tableStyleId>{616B6170-AF40-4580-B3EE-5425D5FEA18A}</a:tableStyleId>
              </a:tblPr>
              <a:tblGrid>
                <a:gridCol w="878175"/>
                <a:gridCol w="2276250"/>
                <a:gridCol w="2004550"/>
                <a:gridCol w="982500"/>
                <a:gridCol w="4481275"/>
              </a:tblGrid>
              <a:tr h="834425">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8</a:t>
                      </a:r>
                      <a:endParaRPr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长</a:t>
                      </a:r>
                      <a:endParaRPr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Cháng </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adj</a:t>
                      </a:r>
                      <a:endParaRPr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dài</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83450" marB="83450"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r>
              <a:tr h="834425">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9</a:t>
                      </a:r>
                      <a:endParaRPr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鱼</a:t>
                      </a:r>
                      <a:endParaRPr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Yú </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endParaRPr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cá</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83450" marB="83450"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r>
              <a:tr h="834425">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10</a:t>
                      </a:r>
                      <a:endParaRPr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肉</a:t>
                      </a:r>
                      <a:endParaRPr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Ròu </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endParaRPr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thịt</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83450" marB="83450"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r>
              <a:tr h="834425">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11</a:t>
                      </a:r>
                      <a:endParaRPr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过</a:t>
                      </a:r>
                      <a:endParaRPr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Guò </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v</a:t>
                      </a:r>
                      <a:endParaRPr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Đón, trải qua ( ngày lễ )</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83450" marB="83450"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r>
              <a:tr h="788950">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12</a:t>
                      </a:r>
                      <a:endParaRPr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地</a:t>
                      </a:r>
                      <a:endParaRPr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De </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chemeClr val="dk1"/>
                        </a:buClr>
                        <a:buSzPts val="2400"/>
                        <a:buFont typeface="Calibri" panose="020F0502020204030204"/>
                        <a:buNone/>
                      </a:pPr>
                      <a:endParaRPr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1 cách...( dùng với trạng từ/cụm trạng từ)</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83450" marB="83450"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r>
            </a:tbl>
          </a:graphicData>
        </a:graphic>
      </p:graphicFrame>
      <p:sp>
        <p:nvSpPr>
          <p:cNvPr id="621" name="Google Shape;621;p41"/>
          <p:cNvSpPr txBox="1"/>
          <p:nvPr/>
        </p:nvSpPr>
        <p:spPr>
          <a:xfrm>
            <a:off x="4815332" y="88943"/>
            <a:ext cx="3647863" cy="4914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600"/>
              <a:buFont typeface="Times New Roman" panose="02020603050405020304"/>
              <a:buNone/>
            </a:pPr>
            <a:r>
              <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3</a:t>
            </a:r>
            <a:endPar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22" name="Google Shape;622;p4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626" name="Shape 626"/>
        <p:cNvGrpSpPr/>
        <p:nvPr/>
      </p:nvGrpSpPr>
      <p:grpSpPr>
        <a:xfrm>
          <a:off x="0" y="0"/>
          <a:ext cx="0" cy="0"/>
          <a:chOff x="0" y="0"/>
          <a:chExt cx="0" cy="0"/>
        </a:xfrm>
      </p:grpSpPr>
      <p:sp>
        <p:nvSpPr>
          <p:cNvPr id="627" name="Google Shape;627;p42"/>
          <p:cNvSpPr/>
          <p:nvPr/>
        </p:nvSpPr>
        <p:spPr>
          <a:xfrm>
            <a:off x="6976937" y="843355"/>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628" name="Google Shape;628;p42"/>
          <p:cNvSpPr/>
          <p:nvPr/>
        </p:nvSpPr>
        <p:spPr>
          <a:xfrm>
            <a:off x="9669337" y="828115"/>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629" name="Google Shape;629;p42"/>
          <p:cNvGrpSpPr/>
          <p:nvPr/>
        </p:nvGrpSpPr>
        <p:grpSpPr>
          <a:xfrm>
            <a:off x="6976937" y="843355"/>
            <a:ext cx="4412403" cy="574040"/>
            <a:chOff x="16320" y="624"/>
            <a:chExt cx="10423" cy="1356"/>
          </a:xfrm>
        </p:grpSpPr>
        <p:sp>
          <p:nvSpPr>
            <p:cNvPr id="630" name="Google Shape;630;p42"/>
            <p:cNvSpPr/>
            <p:nvPr/>
          </p:nvSpPr>
          <p:spPr>
            <a:xfrm>
              <a:off x="16320" y="624"/>
              <a:ext cx="3675" cy="1356"/>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631" name="Google Shape;631;p42"/>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632" name="Google Shape;632;p42"/>
            <p:cNvSpPr txBox="1"/>
            <p:nvPr/>
          </p:nvSpPr>
          <p:spPr>
            <a:xfrm>
              <a:off x="16431" y="746"/>
              <a:ext cx="2813"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633" name="Google Shape;633;p42"/>
            <p:cNvSpPr txBox="1"/>
            <p:nvPr/>
          </p:nvSpPr>
          <p:spPr>
            <a:xfrm>
              <a:off x="19881" y="745"/>
              <a:ext cx="3636"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634" name="Google Shape;634;p42"/>
            <p:cNvSpPr txBox="1"/>
            <p:nvPr/>
          </p:nvSpPr>
          <p:spPr>
            <a:xfrm>
              <a:off x="23219" y="746"/>
              <a:ext cx="3524"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635" name="Google Shape;635;p42"/>
          <p:cNvSpPr txBox="1"/>
          <p:nvPr/>
        </p:nvSpPr>
        <p:spPr>
          <a:xfrm>
            <a:off x="1370311" y="803485"/>
            <a:ext cx="3647863" cy="4914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600"/>
              <a:buFont typeface="Times New Roman" panose="02020603050405020304"/>
              <a:buNone/>
            </a:pPr>
            <a:r>
              <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a:t>
            </a:r>
            <a:r>
              <a:rPr lang="en-US" sz="2600" b="1">
                <a:solidFill>
                  <a:srgbClr val="000000"/>
                </a:solidFill>
                <a:latin typeface="Times New Roman" panose="02020603050405020304"/>
                <a:ea typeface="Times New Roman" panose="02020603050405020304"/>
                <a:cs typeface="Times New Roman" panose="02020603050405020304"/>
                <a:sym typeface="Times New Roman" panose="02020603050405020304"/>
              </a:rPr>
              <a:t>3</a:t>
            </a:r>
            <a:endParaRPr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36" name="Google Shape;636;p42"/>
          <p:cNvSpPr txBox="1"/>
          <p:nvPr/>
        </p:nvSpPr>
        <p:spPr>
          <a:xfrm>
            <a:off x="5724061" y="3453271"/>
            <a:ext cx="4717647" cy="1696298"/>
          </a:xfrm>
          <a:prstGeom prst="rect">
            <a:avLst/>
          </a:prstGeom>
          <a:noFill/>
          <a:ln>
            <a:noFill/>
          </a:ln>
        </p:spPr>
        <p:txBody>
          <a:bodyPr spcFirstLastPara="1" wrap="square" lIns="91425" tIns="45700" rIns="91425" bIns="45700" anchor="t" anchorCtr="0">
            <a:spAutoFit/>
          </a:bodyPr>
          <a:lstStyle/>
          <a:p>
            <a:pPr marL="514350" marR="0" lvl="0" indent="-514350" algn="l" rtl="0">
              <a:lnSpc>
                <a:spcPct val="110000"/>
              </a:lnSpc>
              <a:spcBef>
                <a:spcPts val="0"/>
              </a:spcBef>
              <a:spcAft>
                <a:spcPts val="0"/>
              </a:spcAft>
              <a:buClr>
                <a:srgbClr val="000000"/>
              </a:buClr>
              <a:buSzPts val="3200"/>
              <a:buFont typeface="华文楷体" panose="02010600040101010101" charset="-122"/>
              <a:buAutoNum type="arabicPeriod"/>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我姐姐头发很长。</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514350" marR="0" lvl="0" indent="-311150" algn="l" rtl="0">
              <a:lnSpc>
                <a:spcPct val="110000"/>
              </a:lnSpc>
              <a:spcBef>
                <a:spcPts val="0"/>
              </a:spcBef>
              <a:spcAft>
                <a:spcPts val="0"/>
              </a:spcAft>
              <a:buClr>
                <a:schemeClr val="dk1"/>
              </a:buClr>
              <a:buSzPts val="3200"/>
              <a:buFont typeface="Calibri" panose="020F0502020204030204"/>
              <a:buNone/>
            </a:pP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514350" marR="0" lvl="0" indent="-514350" algn="l" rtl="0">
              <a:lnSpc>
                <a:spcPct val="110000"/>
              </a:lnSpc>
              <a:spcBef>
                <a:spcPts val="0"/>
              </a:spcBef>
              <a:spcAft>
                <a:spcPts val="0"/>
              </a:spcAft>
              <a:buClr>
                <a:srgbClr val="000000"/>
              </a:buClr>
              <a:buSzPts val="3200"/>
              <a:buFont typeface="华文楷体" panose="02010600040101010101" charset="-122"/>
              <a:buAutoNum type="arabicPeriod"/>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我穿着长长的裙子。</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aphicFrame>
        <p:nvGraphicFramePr>
          <p:cNvPr id="637" name="Google Shape;637;p42"/>
          <p:cNvGraphicFramePr/>
          <p:nvPr/>
        </p:nvGraphicFramePr>
        <p:xfrm>
          <a:off x="784629" y="1722148"/>
          <a:ext cx="10622750" cy="3000000"/>
        </p:xfrm>
        <a:graphic>
          <a:graphicData uri="http://schemas.openxmlformats.org/drawingml/2006/table">
            <a:tbl>
              <a:tblPr firstRow="1">
                <a:noFill/>
                <a:tableStyleId>{616B6170-AF40-4580-B3EE-5425D5FEA18A}</a:tableStyleId>
              </a:tblPr>
              <a:tblGrid>
                <a:gridCol w="878175"/>
                <a:gridCol w="2276250"/>
                <a:gridCol w="2004550"/>
                <a:gridCol w="982500"/>
                <a:gridCol w="4481275"/>
              </a:tblGrid>
              <a:tr h="834425">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8</a:t>
                      </a:r>
                      <a:endParaRPr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长</a:t>
                      </a:r>
                      <a:endParaRPr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Cháng </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adj</a:t>
                      </a:r>
                      <a:endParaRPr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dài</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83450" marB="83450"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r>
            </a:tbl>
          </a:graphicData>
        </a:graphic>
      </p:graphicFrame>
      <p:pic>
        <p:nvPicPr>
          <p:cNvPr id="638" name="Google Shape;638;p42" descr="长Chi tiết ký tự tiếng Trung - yohanzi.com"/>
          <p:cNvPicPr preferRelativeResize="0"/>
          <p:nvPr/>
        </p:nvPicPr>
        <p:blipFill rotWithShape="1">
          <a:blip r:embed="rId2"/>
          <a:srcRect/>
          <a:stretch>
            <a:fillRect/>
          </a:stretch>
        </p:blipFill>
        <p:spPr>
          <a:xfrm>
            <a:off x="2567112" y="2861334"/>
            <a:ext cx="2677944" cy="2677944"/>
          </a:xfrm>
          <a:prstGeom prst="rect">
            <a:avLst/>
          </a:prstGeom>
          <a:noFill/>
          <a:ln>
            <a:noFill/>
          </a:ln>
        </p:spPr>
      </p:pic>
      <p:pic>
        <p:nvPicPr>
          <p:cNvPr id="639" name="Google Shape;639;p42" descr="长头发淑女卡通图片免费下载_PNG素材_编号z7rijpd67_图精灵"/>
          <p:cNvPicPr preferRelativeResize="0"/>
          <p:nvPr/>
        </p:nvPicPr>
        <p:blipFill rotWithShape="1">
          <a:blip r:embed="rId3"/>
          <a:srcRect/>
          <a:stretch>
            <a:fillRect/>
          </a:stretch>
        </p:blipFill>
        <p:spPr>
          <a:xfrm>
            <a:off x="659394" y="4064417"/>
            <a:ext cx="1907718" cy="2492090"/>
          </a:xfrm>
          <a:prstGeom prst="rect">
            <a:avLst/>
          </a:prstGeom>
          <a:noFill/>
          <a:ln>
            <a:noFill/>
          </a:ln>
        </p:spPr>
      </p:pic>
      <p:pic>
        <p:nvPicPr>
          <p:cNvPr id="640" name="Google Shape;640;p42" descr="戴着贝雷帽的卡通女孩插画图片下载-正版图片402643916-摄图网"/>
          <p:cNvPicPr preferRelativeResize="0"/>
          <p:nvPr/>
        </p:nvPicPr>
        <p:blipFill rotWithShape="1">
          <a:blip r:embed="rId4"/>
          <a:srcRect/>
          <a:stretch>
            <a:fillRect/>
          </a:stretch>
        </p:blipFill>
        <p:spPr>
          <a:xfrm>
            <a:off x="9669337" y="2983754"/>
            <a:ext cx="2571249" cy="3414632"/>
          </a:xfrm>
          <a:prstGeom prst="rect">
            <a:avLst/>
          </a:prstGeom>
          <a:noFill/>
          <a:ln>
            <a:noFill/>
          </a:ln>
        </p:spPr>
      </p:pic>
      <p:sp>
        <p:nvSpPr>
          <p:cNvPr id="641" name="Google Shape;641;p4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6"/>
                                        </p:tgtEl>
                                        <p:attrNameLst>
                                          <p:attrName>style.visibility</p:attrName>
                                        </p:attrNameLst>
                                      </p:cBhvr>
                                      <p:to>
                                        <p:strVal val="visible"/>
                                      </p:to>
                                    </p:set>
                                    <p:animEffect transition="in" filter="fade">
                                      <p:cBhvr>
                                        <p:cTn id="7" dur="500"/>
                                        <p:tgtEl>
                                          <p:spTgt spid="6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645" name="Shape 645"/>
        <p:cNvGrpSpPr/>
        <p:nvPr/>
      </p:nvGrpSpPr>
      <p:grpSpPr>
        <a:xfrm>
          <a:off x="0" y="0"/>
          <a:ext cx="0" cy="0"/>
          <a:chOff x="0" y="0"/>
          <a:chExt cx="0" cy="0"/>
        </a:xfrm>
      </p:grpSpPr>
      <p:sp>
        <p:nvSpPr>
          <p:cNvPr id="646" name="Google Shape;646;p43"/>
          <p:cNvSpPr/>
          <p:nvPr/>
        </p:nvSpPr>
        <p:spPr>
          <a:xfrm>
            <a:off x="6976937" y="843355"/>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647" name="Google Shape;647;p43"/>
          <p:cNvSpPr/>
          <p:nvPr/>
        </p:nvSpPr>
        <p:spPr>
          <a:xfrm>
            <a:off x="9669337" y="828115"/>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648" name="Google Shape;648;p43"/>
          <p:cNvGrpSpPr/>
          <p:nvPr/>
        </p:nvGrpSpPr>
        <p:grpSpPr>
          <a:xfrm>
            <a:off x="6976937" y="843355"/>
            <a:ext cx="4412403" cy="574040"/>
            <a:chOff x="16320" y="624"/>
            <a:chExt cx="10423" cy="1356"/>
          </a:xfrm>
        </p:grpSpPr>
        <p:sp>
          <p:nvSpPr>
            <p:cNvPr id="649" name="Google Shape;649;p43"/>
            <p:cNvSpPr/>
            <p:nvPr/>
          </p:nvSpPr>
          <p:spPr>
            <a:xfrm>
              <a:off x="16320" y="624"/>
              <a:ext cx="3675" cy="1356"/>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650" name="Google Shape;650;p43"/>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651" name="Google Shape;651;p43"/>
            <p:cNvSpPr txBox="1"/>
            <p:nvPr/>
          </p:nvSpPr>
          <p:spPr>
            <a:xfrm>
              <a:off x="16431" y="746"/>
              <a:ext cx="2813"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652" name="Google Shape;652;p43"/>
            <p:cNvSpPr txBox="1"/>
            <p:nvPr/>
          </p:nvSpPr>
          <p:spPr>
            <a:xfrm>
              <a:off x="19881" y="745"/>
              <a:ext cx="3636"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653" name="Google Shape;653;p43"/>
            <p:cNvSpPr txBox="1"/>
            <p:nvPr/>
          </p:nvSpPr>
          <p:spPr>
            <a:xfrm>
              <a:off x="23219" y="746"/>
              <a:ext cx="3524"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654" name="Google Shape;654;p43"/>
          <p:cNvSpPr txBox="1"/>
          <p:nvPr/>
        </p:nvSpPr>
        <p:spPr>
          <a:xfrm>
            <a:off x="1370311" y="803485"/>
            <a:ext cx="3647863" cy="4914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600"/>
              <a:buFont typeface="Times New Roman" panose="02020603050405020304"/>
              <a:buNone/>
            </a:pPr>
            <a:r>
              <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3</a:t>
            </a:r>
            <a:endParaRPr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655" name="Google Shape;655;p43"/>
          <p:cNvGraphicFramePr/>
          <p:nvPr/>
        </p:nvGraphicFramePr>
        <p:xfrm>
          <a:off x="784629" y="1704213"/>
          <a:ext cx="10622750" cy="3000000"/>
        </p:xfrm>
        <a:graphic>
          <a:graphicData uri="http://schemas.openxmlformats.org/drawingml/2006/table">
            <a:tbl>
              <a:tblPr firstRow="1">
                <a:noFill/>
                <a:tableStyleId>{616B6170-AF40-4580-B3EE-5425D5FEA18A}</a:tableStyleId>
              </a:tblPr>
              <a:tblGrid>
                <a:gridCol w="878175"/>
                <a:gridCol w="2276250"/>
                <a:gridCol w="2004550"/>
                <a:gridCol w="982500"/>
                <a:gridCol w="4481275"/>
              </a:tblGrid>
              <a:tr h="740150">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9</a:t>
                      </a:r>
                      <a:endParaRPr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鱼</a:t>
                      </a:r>
                      <a:endParaRPr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Yú </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endParaRPr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cá</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83450" marB="83450"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r>
            </a:tbl>
          </a:graphicData>
        </a:graphic>
      </p:graphicFrame>
      <p:pic>
        <p:nvPicPr>
          <p:cNvPr id="656" name="Google Shape;656;p43" descr="鱼字笔顺_鱼笔顺部首"/>
          <p:cNvPicPr preferRelativeResize="0"/>
          <p:nvPr/>
        </p:nvPicPr>
        <p:blipFill rotWithShape="1">
          <a:blip r:embed="rId2"/>
          <a:srcRect/>
          <a:stretch>
            <a:fillRect/>
          </a:stretch>
        </p:blipFill>
        <p:spPr>
          <a:xfrm>
            <a:off x="816861" y="3221186"/>
            <a:ext cx="2384895" cy="2384895"/>
          </a:xfrm>
          <a:prstGeom prst="rect">
            <a:avLst/>
          </a:prstGeom>
          <a:noFill/>
          <a:ln>
            <a:noFill/>
          </a:ln>
        </p:spPr>
      </p:pic>
      <p:pic>
        <p:nvPicPr>
          <p:cNvPr id="657" name="Google Shape;657;p43" descr="可爱的鱼卡通矢量插图，采用扁平风格| Premium AI 生成矢量图"/>
          <p:cNvPicPr preferRelativeResize="0"/>
          <p:nvPr/>
        </p:nvPicPr>
        <p:blipFill rotWithShape="1">
          <a:blip r:embed="rId3"/>
          <a:srcRect/>
          <a:stretch>
            <a:fillRect/>
          </a:stretch>
        </p:blipFill>
        <p:spPr>
          <a:xfrm>
            <a:off x="10172265" y="1412922"/>
            <a:ext cx="1322735" cy="1322735"/>
          </a:xfrm>
          <a:prstGeom prst="rect">
            <a:avLst/>
          </a:prstGeom>
          <a:noFill/>
          <a:ln>
            <a:noFill/>
          </a:ln>
        </p:spPr>
      </p:pic>
      <p:pic>
        <p:nvPicPr>
          <p:cNvPr id="658" name="Google Shape;658;p43" descr="20+ Món Ăn Ngon Từ Cá Dễ Làm, Không Tanh, Bổ Dưỡng"/>
          <p:cNvPicPr preferRelativeResize="0"/>
          <p:nvPr/>
        </p:nvPicPr>
        <p:blipFill rotWithShape="1">
          <a:blip r:embed="rId4"/>
          <a:srcRect/>
          <a:stretch>
            <a:fillRect/>
          </a:stretch>
        </p:blipFill>
        <p:spPr>
          <a:xfrm>
            <a:off x="7730682" y="3086601"/>
            <a:ext cx="3644457" cy="2429638"/>
          </a:xfrm>
          <a:prstGeom prst="rect">
            <a:avLst/>
          </a:prstGeom>
          <a:noFill/>
          <a:ln>
            <a:noFill/>
          </a:ln>
        </p:spPr>
      </p:pic>
      <p:sp>
        <p:nvSpPr>
          <p:cNvPr id="659" name="Google Shape;659;p43"/>
          <p:cNvSpPr txBox="1"/>
          <p:nvPr/>
        </p:nvSpPr>
        <p:spPr>
          <a:xfrm>
            <a:off x="3535806" y="3457489"/>
            <a:ext cx="3860160" cy="1696298"/>
          </a:xfrm>
          <a:prstGeom prst="rect">
            <a:avLst/>
          </a:prstGeom>
          <a:noFill/>
          <a:ln>
            <a:noFill/>
          </a:ln>
        </p:spPr>
        <p:txBody>
          <a:bodyPr spcFirstLastPara="1" wrap="square" lIns="91425" tIns="45700" rIns="91425" bIns="45700" anchor="t" anchorCtr="0">
            <a:spAutoFit/>
          </a:bodyPr>
          <a:lstStyle/>
          <a:p>
            <a:pPr marL="514350" marR="0" lvl="0" indent="-514350" algn="l" rtl="0">
              <a:lnSpc>
                <a:spcPct val="110000"/>
              </a:lnSpc>
              <a:spcBef>
                <a:spcPts val="0"/>
              </a:spcBef>
              <a:spcAft>
                <a:spcPts val="0"/>
              </a:spcAft>
              <a:buClr>
                <a:srgbClr val="000000"/>
              </a:buClr>
              <a:buSzPts val="3200"/>
              <a:buFont typeface="华文楷体" panose="02010600040101010101" charset="-122"/>
              <a:buAutoNum type="arabicPeriod"/>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今天的午饭有鱼。</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514350" marR="0" lvl="0" indent="-311150" algn="l" rtl="0">
              <a:lnSpc>
                <a:spcPct val="110000"/>
              </a:lnSpc>
              <a:spcBef>
                <a:spcPts val="0"/>
              </a:spcBef>
              <a:spcAft>
                <a:spcPts val="0"/>
              </a:spcAft>
              <a:buClr>
                <a:schemeClr val="dk1"/>
              </a:buClr>
              <a:buSzPts val="3200"/>
              <a:buFont typeface="Calibri" panose="020F0502020204030204"/>
              <a:buNone/>
            </a:pP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514350" marR="0" lvl="0" indent="-514350" algn="l" rtl="0">
              <a:lnSpc>
                <a:spcPct val="110000"/>
              </a:lnSpc>
              <a:spcBef>
                <a:spcPts val="0"/>
              </a:spcBef>
              <a:spcAft>
                <a:spcPts val="0"/>
              </a:spcAft>
              <a:buClr>
                <a:srgbClr val="000000"/>
              </a:buClr>
              <a:buSzPts val="3200"/>
              <a:buFont typeface="华文楷体" panose="02010600040101010101" charset="-122"/>
              <a:buAutoNum type="arabicPeriod"/>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这条鱼红红的。</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660" name="Google Shape;660;p4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59"/>
                                        </p:tgtEl>
                                        <p:attrNameLst>
                                          <p:attrName>style.visibility</p:attrName>
                                        </p:attrNameLst>
                                      </p:cBhvr>
                                      <p:to>
                                        <p:strVal val="visible"/>
                                      </p:to>
                                    </p:set>
                                    <p:animEffect transition="in" filter="fade">
                                      <p:cBhvr>
                                        <p:cTn id="7" dur="500"/>
                                        <p:tgtEl>
                                          <p:spTgt spid="6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664" name="Shape 664"/>
        <p:cNvGrpSpPr/>
        <p:nvPr/>
      </p:nvGrpSpPr>
      <p:grpSpPr>
        <a:xfrm>
          <a:off x="0" y="0"/>
          <a:ext cx="0" cy="0"/>
          <a:chOff x="0" y="0"/>
          <a:chExt cx="0" cy="0"/>
        </a:xfrm>
      </p:grpSpPr>
      <p:sp>
        <p:nvSpPr>
          <p:cNvPr id="665" name="Google Shape;665;p44"/>
          <p:cNvSpPr/>
          <p:nvPr/>
        </p:nvSpPr>
        <p:spPr>
          <a:xfrm>
            <a:off x="6976937" y="843355"/>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666" name="Google Shape;666;p44"/>
          <p:cNvSpPr/>
          <p:nvPr/>
        </p:nvSpPr>
        <p:spPr>
          <a:xfrm>
            <a:off x="9669337" y="828115"/>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667" name="Google Shape;667;p44"/>
          <p:cNvGrpSpPr/>
          <p:nvPr/>
        </p:nvGrpSpPr>
        <p:grpSpPr>
          <a:xfrm>
            <a:off x="6976937" y="843355"/>
            <a:ext cx="4412403" cy="574040"/>
            <a:chOff x="16320" y="624"/>
            <a:chExt cx="10423" cy="1356"/>
          </a:xfrm>
        </p:grpSpPr>
        <p:sp>
          <p:nvSpPr>
            <p:cNvPr id="668" name="Google Shape;668;p44"/>
            <p:cNvSpPr/>
            <p:nvPr/>
          </p:nvSpPr>
          <p:spPr>
            <a:xfrm>
              <a:off x="16320" y="624"/>
              <a:ext cx="3675" cy="1356"/>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669" name="Google Shape;669;p44"/>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670" name="Google Shape;670;p44"/>
            <p:cNvSpPr txBox="1"/>
            <p:nvPr/>
          </p:nvSpPr>
          <p:spPr>
            <a:xfrm>
              <a:off x="16431" y="746"/>
              <a:ext cx="2813"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671" name="Google Shape;671;p44"/>
            <p:cNvSpPr txBox="1"/>
            <p:nvPr/>
          </p:nvSpPr>
          <p:spPr>
            <a:xfrm>
              <a:off x="19881" y="745"/>
              <a:ext cx="3636"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672" name="Google Shape;672;p44"/>
            <p:cNvSpPr txBox="1"/>
            <p:nvPr/>
          </p:nvSpPr>
          <p:spPr>
            <a:xfrm>
              <a:off x="23219" y="746"/>
              <a:ext cx="3524"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673" name="Google Shape;673;p44"/>
          <p:cNvSpPr txBox="1"/>
          <p:nvPr/>
        </p:nvSpPr>
        <p:spPr>
          <a:xfrm>
            <a:off x="1370311" y="803485"/>
            <a:ext cx="3647863" cy="4914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600"/>
              <a:buFont typeface="Times New Roman" panose="02020603050405020304"/>
              <a:buNone/>
            </a:pPr>
            <a:r>
              <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3</a:t>
            </a:r>
            <a:endParaRPr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674" name="Google Shape;674;p44"/>
          <p:cNvGraphicFramePr/>
          <p:nvPr/>
        </p:nvGraphicFramePr>
        <p:xfrm>
          <a:off x="838200" y="1825625"/>
          <a:ext cx="10622750" cy="3000000"/>
        </p:xfrm>
        <a:graphic>
          <a:graphicData uri="http://schemas.openxmlformats.org/drawingml/2006/table">
            <a:tbl>
              <a:tblPr firstRow="1">
                <a:noFill/>
                <a:tableStyleId>{616B6170-AF40-4580-B3EE-5425D5FEA18A}</a:tableStyleId>
              </a:tblPr>
              <a:tblGrid>
                <a:gridCol w="878175"/>
                <a:gridCol w="2276250"/>
                <a:gridCol w="2004550"/>
                <a:gridCol w="982500"/>
                <a:gridCol w="4481275"/>
              </a:tblGrid>
              <a:tr h="671925">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10</a:t>
                      </a:r>
                      <a:endParaRPr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肉</a:t>
                      </a:r>
                      <a:endParaRPr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Ròu </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endParaRPr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thịt</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83450" marB="83450"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r>
            </a:tbl>
          </a:graphicData>
        </a:graphic>
      </p:graphicFrame>
      <p:pic>
        <p:nvPicPr>
          <p:cNvPr id="675" name="Google Shape;675;p44" descr="肉字笔顺_肉笔顺口诀解析"/>
          <p:cNvPicPr preferRelativeResize="0"/>
          <p:nvPr/>
        </p:nvPicPr>
        <p:blipFill rotWithShape="1">
          <a:blip r:embed="rId2"/>
          <a:srcRect/>
          <a:stretch>
            <a:fillRect/>
          </a:stretch>
        </p:blipFill>
        <p:spPr>
          <a:xfrm>
            <a:off x="931335" y="3347243"/>
            <a:ext cx="2141883" cy="2141883"/>
          </a:xfrm>
          <a:prstGeom prst="rect">
            <a:avLst/>
          </a:prstGeom>
          <a:noFill/>
          <a:ln>
            <a:noFill/>
          </a:ln>
        </p:spPr>
      </p:pic>
      <p:pic>
        <p:nvPicPr>
          <p:cNvPr id="676" name="Google Shape;676;p44" descr="研究：紅肉對健康威脅極小到底該不該多吃紅肉？｜天下雜誌"/>
          <p:cNvPicPr preferRelativeResize="0"/>
          <p:nvPr/>
        </p:nvPicPr>
        <p:blipFill rotWithShape="1">
          <a:blip r:embed="rId3"/>
          <a:srcRect/>
          <a:stretch>
            <a:fillRect/>
          </a:stretch>
        </p:blipFill>
        <p:spPr>
          <a:xfrm>
            <a:off x="7959312" y="3274843"/>
            <a:ext cx="3430028" cy="2286685"/>
          </a:xfrm>
          <a:prstGeom prst="rect">
            <a:avLst/>
          </a:prstGeom>
          <a:noFill/>
          <a:ln>
            <a:noFill/>
          </a:ln>
        </p:spPr>
      </p:pic>
      <p:sp>
        <p:nvSpPr>
          <p:cNvPr id="677" name="Google Shape;677;p44"/>
          <p:cNvSpPr txBox="1"/>
          <p:nvPr/>
        </p:nvSpPr>
        <p:spPr>
          <a:xfrm>
            <a:off x="3277718" y="3183326"/>
            <a:ext cx="4477094" cy="2779672"/>
          </a:xfrm>
          <a:prstGeom prst="rect">
            <a:avLst/>
          </a:prstGeom>
          <a:noFill/>
          <a:ln>
            <a:noFill/>
          </a:ln>
        </p:spPr>
        <p:txBody>
          <a:bodyPr spcFirstLastPara="1" wrap="square" lIns="91425" tIns="45700" rIns="91425" bIns="45700" anchor="t" anchorCtr="0">
            <a:spAutoFit/>
          </a:bodyPr>
          <a:lstStyle/>
          <a:p>
            <a:pPr marL="514350" marR="0" lvl="0" indent="-514350" algn="l" rtl="0">
              <a:lnSpc>
                <a:spcPct val="110000"/>
              </a:lnSpc>
              <a:spcBef>
                <a:spcPts val="0"/>
              </a:spcBef>
              <a:spcAft>
                <a:spcPts val="0"/>
              </a:spcAft>
              <a:buClr>
                <a:srgbClr val="000000"/>
              </a:buClr>
              <a:buSzPts val="3200"/>
              <a:buFont typeface="华文楷体" panose="02010600040101010101" charset="-122"/>
              <a:buAutoNum type="arabicPeriod"/>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买牛肉吧，弟弟最喜欢的。</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514350" marR="0" lvl="0" indent="-311150" algn="l" rtl="0">
              <a:lnSpc>
                <a:spcPct val="110000"/>
              </a:lnSpc>
              <a:spcBef>
                <a:spcPts val="0"/>
              </a:spcBef>
              <a:spcAft>
                <a:spcPts val="0"/>
              </a:spcAft>
              <a:buClr>
                <a:schemeClr val="dk1"/>
              </a:buClr>
              <a:buSzPts val="3200"/>
              <a:buFont typeface="Calibri" panose="020F0502020204030204"/>
              <a:buNone/>
            </a:pP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514350" marR="0" lvl="0" indent="-514350" algn="l" rtl="0">
              <a:lnSpc>
                <a:spcPct val="110000"/>
              </a:lnSpc>
              <a:spcBef>
                <a:spcPts val="0"/>
              </a:spcBef>
              <a:spcAft>
                <a:spcPts val="0"/>
              </a:spcAft>
              <a:buClr>
                <a:srgbClr val="000000"/>
              </a:buClr>
              <a:buSzPts val="3200"/>
              <a:buFont typeface="华文楷体" panose="02010600040101010101" charset="-122"/>
              <a:buAutoNum type="arabicPeriod"/>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今天的肉太香了，是你自己做的吗？</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678" name="Google Shape;678;p44"/>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77"/>
                                        </p:tgtEl>
                                        <p:attrNameLst>
                                          <p:attrName>style.visibility</p:attrName>
                                        </p:attrNameLst>
                                      </p:cBhvr>
                                      <p:to>
                                        <p:strVal val="visible"/>
                                      </p:to>
                                    </p:set>
                                    <p:animEffect transition="in" filter="fade">
                                      <p:cBhvr>
                                        <p:cTn id="7" dur="500"/>
                                        <p:tgtEl>
                                          <p:spTgt spid="6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682" name="Shape 682"/>
        <p:cNvGrpSpPr/>
        <p:nvPr/>
      </p:nvGrpSpPr>
      <p:grpSpPr>
        <a:xfrm>
          <a:off x="0" y="0"/>
          <a:ext cx="0" cy="0"/>
          <a:chOff x="0" y="0"/>
          <a:chExt cx="0" cy="0"/>
        </a:xfrm>
      </p:grpSpPr>
      <p:sp>
        <p:nvSpPr>
          <p:cNvPr id="683" name="Google Shape;683;p45"/>
          <p:cNvSpPr/>
          <p:nvPr/>
        </p:nvSpPr>
        <p:spPr>
          <a:xfrm>
            <a:off x="6976937" y="843355"/>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684" name="Google Shape;684;p45"/>
          <p:cNvSpPr/>
          <p:nvPr/>
        </p:nvSpPr>
        <p:spPr>
          <a:xfrm>
            <a:off x="9669337" y="828115"/>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685" name="Google Shape;685;p45"/>
          <p:cNvGrpSpPr/>
          <p:nvPr/>
        </p:nvGrpSpPr>
        <p:grpSpPr>
          <a:xfrm>
            <a:off x="6976937" y="843355"/>
            <a:ext cx="4412403" cy="574040"/>
            <a:chOff x="16320" y="624"/>
            <a:chExt cx="10423" cy="1356"/>
          </a:xfrm>
        </p:grpSpPr>
        <p:sp>
          <p:nvSpPr>
            <p:cNvPr id="686" name="Google Shape;686;p45"/>
            <p:cNvSpPr/>
            <p:nvPr/>
          </p:nvSpPr>
          <p:spPr>
            <a:xfrm>
              <a:off x="16320" y="624"/>
              <a:ext cx="3675" cy="1356"/>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687" name="Google Shape;687;p45"/>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688" name="Google Shape;688;p45"/>
            <p:cNvSpPr txBox="1"/>
            <p:nvPr/>
          </p:nvSpPr>
          <p:spPr>
            <a:xfrm>
              <a:off x="16431" y="746"/>
              <a:ext cx="2813"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689" name="Google Shape;689;p45"/>
            <p:cNvSpPr txBox="1"/>
            <p:nvPr/>
          </p:nvSpPr>
          <p:spPr>
            <a:xfrm>
              <a:off x="19881" y="745"/>
              <a:ext cx="3636"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690" name="Google Shape;690;p45"/>
            <p:cNvSpPr txBox="1"/>
            <p:nvPr/>
          </p:nvSpPr>
          <p:spPr>
            <a:xfrm>
              <a:off x="23219" y="746"/>
              <a:ext cx="3524"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691" name="Google Shape;691;p45"/>
          <p:cNvSpPr txBox="1"/>
          <p:nvPr/>
        </p:nvSpPr>
        <p:spPr>
          <a:xfrm>
            <a:off x="1370311" y="803485"/>
            <a:ext cx="3647863" cy="4914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600"/>
              <a:buFont typeface="Times New Roman" panose="02020603050405020304"/>
              <a:buNone/>
            </a:pPr>
            <a:r>
              <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3</a:t>
            </a:r>
            <a:endParaRPr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692" name="Google Shape;692;p45"/>
          <p:cNvGraphicFramePr/>
          <p:nvPr/>
        </p:nvGraphicFramePr>
        <p:xfrm>
          <a:off x="838200" y="1825626"/>
          <a:ext cx="10622750" cy="3000000"/>
        </p:xfrm>
        <a:graphic>
          <a:graphicData uri="http://schemas.openxmlformats.org/drawingml/2006/table">
            <a:tbl>
              <a:tblPr firstRow="1">
                <a:noFill/>
                <a:tableStyleId>{616B6170-AF40-4580-B3EE-5425D5FEA18A}</a:tableStyleId>
              </a:tblPr>
              <a:tblGrid>
                <a:gridCol w="878175"/>
                <a:gridCol w="2276250"/>
                <a:gridCol w="2004550"/>
                <a:gridCol w="982500"/>
                <a:gridCol w="4481275"/>
              </a:tblGrid>
              <a:tr h="726500">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11</a:t>
                      </a:r>
                      <a:endParaRPr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过</a:t>
                      </a:r>
                      <a:endParaRPr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Guò </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v</a:t>
                      </a:r>
                      <a:endParaRPr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Đón, trải qua ( ngày lễ )</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83450" marB="83450"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r>
            </a:tbl>
          </a:graphicData>
        </a:graphic>
      </p:graphicFrame>
      <p:pic>
        <p:nvPicPr>
          <p:cNvPr id="693" name="Google Shape;693;p45" descr="今天过除夕，除了吃年夜饭，切记：做3事忌3事，蛇年顺利开年大吉-腾讯新闻"/>
          <p:cNvPicPr preferRelativeResize="0"/>
          <p:nvPr/>
        </p:nvPicPr>
        <p:blipFill rotWithShape="1">
          <a:blip r:embed="rId2"/>
          <a:srcRect/>
          <a:stretch>
            <a:fillRect/>
          </a:stretch>
        </p:blipFill>
        <p:spPr>
          <a:xfrm>
            <a:off x="1017445" y="3284579"/>
            <a:ext cx="2292286" cy="1706796"/>
          </a:xfrm>
          <a:prstGeom prst="rect">
            <a:avLst/>
          </a:prstGeom>
          <a:noFill/>
          <a:ln>
            <a:noFill/>
          </a:ln>
        </p:spPr>
      </p:pic>
      <p:sp>
        <p:nvSpPr>
          <p:cNvPr id="694" name="Google Shape;694;p45"/>
          <p:cNvSpPr txBox="1"/>
          <p:nvPr/>
        </p:nvSpPr>
        <p:spPr>
          <a:xfrm>
            <a:off x="1370311" y="5287448"/>
            <a:ext cx="2560194" cy="61292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过春节</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pic>
        <p:nvPicPr>
          <p:cNvPr id="695" name="Google Shape;695;p45" descr="一群人一起过生日免抠元素图片免费下载_PNG素材_编号1xri75xq5_图精灵"/>
          <p:cNvPicPr preferRelativeResize="0"/>
          <p:nvPr/>
        </p:nvPicPr>
        <p:blipFill rotWithShape="1">
          <a:blip r:embed="rId3"/>
          <a:srcRect/>
          <a:stretch>
            <a:fillRect/>
          </a:stretch>
        </p:blipFill>
        <p:spPr>
          <a:xfrm>
            <a:off x="3899604" y="3058759"/>
            <a:ext cx="2158434" cy="2158434"/>
          </a:xfrm>
          <a:prstGeom prst="rect">
            <a:avLst/>
          </a:prstGeom>
          <a:noFill/>
          <a:ln>
            <a:noFill/>
          </a:ln>
        </p:spPr>
      </p:pic>
      <p:sp>
        <p:nvSpPr>
          <p:cNvPr id="696" name="Google Shape;696;p45"/>
          <p:cNvSpPr txBox="1"/>
          <p:nvPr/>
        </p:nvSpPr>
        <p:spPr>
          <a:xfrm>
            <a:off x="4313858" y="5287448"/>
            <a:ext cx="2560194" cy="61292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过生日</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pic>
        <p:nvPicPr>
          <p:cNvPr id="697" name="Google Shape;697;p45" descr="中秋团圆中秋聚餐背景图片免费下载-千库网"/>
          <p:cNvPicPr preferRelativeResize="0"/>
          <p:nvPr/>
        </p:nvPicPr>
        <p:blipFill rotWithShape="1">
          <a:blip r:embed="rId4"/>
          <a:srcRect/>
          <a:stretch>
            <a:fillRect/>
          </a:stretch>
        </p:blipFill>
        <p:spPr>
          <a:xfrm>
            <a:off x="6759825" y="3058758"/>
            <a:ext cx="1454939" cy="2158435"/>
          </a:xfrm>
          <a:prstGeom prst="rect">
            <a:avLst/>
          </a:prstGeom>
          <a:noFill/>
          <a:ln>
            <a:noFill/>
          </a:ln>
        </p:spPr>
      </p:pic>
      <p:sp>
        <p:nvSpPr>
          <p:cNvPr id="698" name="Google Shape;698;p45"/>
          <p:cNvSpPr txBox="1"/>
          <p:nvPr/>
        </p:nvSpPr>
        <p:spPr>
          <a:xfrm>
            <a:off x="6625299" y="5287445"/>
            <a:ext cx="1907388" cy="61292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过中秋节</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pic>
        <p:nvPicPr>
          <p:cNvPr id="699" name="Google Shape;699;p45" descr="调查：逾三分一澳人今年圣诞拟减少开支| 澳洲| 圣诞节| 圣诞销售| 大纪元"/>
          <p:cNvPicPr preferRelativeResize="0"/>
          <p:nvPr/>
        </p:nvPicPr>
        <p:blipFill rotWithShape="1">
          <a:blip r:embed="rId5"/>
          <a:srcRect/>
          <a:stretch>
            <a:fillRect/>
          </a:stretch>
        </p:blipFill>
        <p:spPr>
          <a:xfrm>
            <a:off x="8804637" y="3284577"/>
            <a:ext cx="2438060" cy="1706796"/>
          </a:xfrm>
          <a:prstGeom prst="rect">
            <a:avLst/>
          </a:prstGeom>
          <a:noFill/>
          <a:ln>
            <a:noFill/>
          </a:ln>
        </p:spPr>
      </p:pic>
      <p:sp>
        <p:nvSpPr>
          <p:cNvPr id="700" name="Google Shape;700;p45"/>
          <p:cNvSpPr txBox="1"/>
          <p:nvPr/>
        </p:nvSpPr>
        <p:spPr>
          <a:xfrm>
            <a:off x="9254047" y="5287446"/>
            <a:ext cx="1907388" cy="61292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过圣诞节</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701" name="Google Shape;701;p4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94"/>
                                        </p:tgtEl>
                                        <p:attrNameLst>
                                          <p:attrName>style.visibility</p:attrName>
                                        </p:attrNameLst>
                                      </p:cBhvr>
                                      <p:to>
                                        <p:strVal val="visible"/>
                                      </p:to>
                                    </p:set>
                                    <p:animEffect transition="in" filter="fade">
                                      <p:cBhvr>
                                        <p:cTn id="7" dur="500"/>
                                        <p:tgtEl>
                                          <p:spTgt spid="6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96"/>
                                        </p:tgtEl>
                                        <p:attrNameLst>
                                          <p:attrName>style.visibility</p:attrName>
                                        </p:attrNameLst>
                                      </p:cBhvr>
                                      <p:to>
                                        <p:strVal val="visible"/>
                                      </p:to>
                                    </p:set>
                                    <p:animEffect transition="in" filter="fade">
                                      <p:cBhvr>
                                        <p:cTn id="12" dur="500"/>
                                        <p:tgtEl>
                                          <p:spTgt spid="69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98"/>
                                        </p:tgtEl>
                                        <p:attrNameLst>
                                          <p:attrName>style.visibility</p:attrName>
                                        </p:attrNameLst>
                                      </p:cBhvr>
                                      <p:to>
                                        <p:strVal val="visible"/>
                                      </p:to>
                                    </p:set>
                                    <p:animEffect transition="in" filter="fade">
                                      <p:cBhvr>
                                        <p:cTn id="17" dur="500"/>
                                        <p:tgtEl>
                                          <p:spTgt spid="69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00"/>
                                        </p:tgtEl>
                                        <p:attrNameLst>
                                          <p:attrName>style.visibility</p:attrName>
                                        </p:attrNameLst>
                                      </p:cBhvr>
                                      <p:to>
                                        <p:strVal val="visible"/>
                                      </p:to>
                                    </p:set>
                                    <p:animEffect transition="in" filter="fade">
                                      <p:cBhvr>
                                        <p:cTn id="22" dur="500"/>
                                        <p:tgtEl>
                                          <p:spTgt spid="7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705" name="Shape 705"/>
        <p:cNvGrpSpPr/>
        <p:nvPr/>
      </p:nvGrpSpPr>
      <p:grpSpPr>
        <a:xfrm>
          <a:off x="0" y="0"/>
          <a:ext cx="0" cy="0"/>
          <a:chOff x="0" y="0"/>
          <a:chExt cx="0" cy="0"/>
        </a:xfrm>
      </p:grpSpPr>
      <p:sp>
        <p:nvSpPr>
          <p:cNvPr id="706" name="Google Shape;706;p46"/>
          <p:cNvSpPr/>
          <p:nvPr/>
        </p:nvSpPr>
        <p:spPr>
          <a:xfrm>
            <a:off x="6976937" y="843355"/>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707" name="Google Shape;707;p46"/>
          <p:cNvSpPr/>
          <p:nvPr/>
        </p:nvSpPr>
        <p:spPr>
          <a:xfrm>
            <a:off x="9669337" y="828115"/>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708" name="Google Shape;708;p46"/>
          <p:cNvGrpSpPr/>
          <p:nvPr/>
        </p:nvGrpSpPr>
        <p:grpSpPr>
          <a:xfrm>
            <a:off x="6976937" y="843355"/>
            <a:ext cx="4412403" cy="574040"/>
            <a:chOff x="16320" y="624"/>
            <a:chExt cx="10423" cy="1356"/>
          </a:xfrm>
        </p:grpSpPr>
        <p:sp>
          <p:nvSpPr>
            <p:cNvPr id="709" name="Google Shape;709;p46"/>
            <p:cNvSpPr/>
            <p:nvPr/>
          </p:nvSpPr>
          <p:spPr>
            <a:xfrm>
              <a:off x="16320" y="624"/>
              <a:ext cx="3675" cy="1356"/>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710" name="Google Shape;710;p46"/>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711" name="Google Shape;711;p46"/>
            <p:cNvSpPr txBox="1"/>
            <p:nvPr/>
          </p:nvSpPr>
          <p:spPr>
            <a:xfrm>
              <a:off x="16431" y="746"/>
              <a:ext cx="2813"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712" name="Google Shape;712;p46"/>
            <p:cNvSpPr txBox="1"/>
            <p:nvPr/>
          </p:nvSpPr>
          <p:spPr>
            <a:xfrm>
              <a:off x="19881" y="745"/>
              <a:ext cx="3636"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713" name="Google Shape;713;p46"/>
            <p:cNvSpPr txBox="1"/>
            <p:nvPr/>
          </p:nvSpPr>
          <p:spPr>
            <a:xfrm>
              <a:off x="23219" y="746"/>
              <a:ext cx="3524"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714" name="Google Shape;714;p46"/>
          <p:cNvSpPr txBox="1"/>
          <p:nvPr/>
        </p:nvSpPr>
        <p:spPr>
          <a:xfrm>
            <a:off x="1381264" y="1017167"/>
            <a:ext cx="3647863" cy="4914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600"/>
              <a:buFont typeface="Times New Roman" panose="02020603050405020304"/>
              <a:buNone/>
            </a:pPr>
            <a:r>
              <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a:t>
            </a:r>
            <a:r>
              <a:rPr lang="en-US" sz="2600" b="1">
                <a:solidFill>
                  <a:srgbClr val="000000"/>
                </a:solidFill>
                <a:latin typeface="Times New Roman" panose="02020603050405020304"/>
                <a:ea typeface="Times New Roman" panose="02020603050405020304"/>
                <a:cs typeface="Times New Roman" panose="02020603050405020304"/>
                <a:sym typeface="Times New Roman" panose="02020603050405020304"/>
              </a:rPr>
              <a:t>3</a:t>
            </a:r>
            <a:endParaRPr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15" name="Google Shape;715;p46" descr="Hình ảnh Xe Dừng Lại Khi Người đi Bộ Băng Qua đường Giữa Khung Cảnh Tuyệt  đẹp Của Các Tòa Nhà Và Bầu Trời Xanh PNG , đi Qua, Ngoài Trời, Tự"/>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graphicFrame>
        <p:nvGraphicFramePr>
          <p:cNvPr id="716" name="Google Shape;716;p46"/>
          <p:cNvGraphicFramePr/>
          <p:nvPr/>
        </p:nvGraphicFramePr>
        <p:xfrm>
          <a:off x="781770" y="1783339"/>
          <a:ext cx="10622750" cy="3000000"/>
        </p:xfrm>
        <a:graphic>
          <a:graphicData uri="http://schemas.openxmlformats.org/drawingml/2006/table">
            <a:tbl>
              <a:tblPr firstRow="1">
                <a:noFill/>
                <a:tableStyleId>{616B6170-AF40-4580-B3EE-5425D5FEA18A}</a:tableStyleId>
              </a:tblPr>
              <a:tblGrid>
                <a:gridCol w="878175"/>
                <a:gridCol w="2276250"/>
                <a:gridCol w="2004550"/>
                <a:gridCol w="982500"/>
                <a:gridCol w="4481275"/>
              </a:tblGrid>
              <a:tr h="727200">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12</a:t>
                      </a:r>
                      <a:endParaRPr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地</a:t>
                      </a:r>
                      <a:endParaRPr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De </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chemeClr val="dk1"/>
                        </a:buClr>
                        <a:buSzPts val="2400"/>
                        <a:buFont typeface="Calibri" panose="020F0502020204030204"/>
                        <a:buNone/>
                      </a:pPr>
                      <a:endParaRPr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1 cách...( dùng với trạng từ/cụm trạng từ)</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83450" marB="83450"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r>
            </a:tbl>
          </a:graphicData>
        </a:graphic>
      </p:graphicFrame>
      <p:sp>
        <p:nvSpPr>
          <p:cNvPr id="717" name="Google Shape;717;p46"/>
          <p:cNvSpPr txBox="1"/>
          <p:nvPr/>
        </p:nvSpPr>
        <p:spPr>
          <a:xfrm>
            <a:off x="4251899" y="3047691"/>
            <a:ext cx="3383400" cy="61292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3200">
                <a:solidFill>
                  <a:srgbClr val="FF0000"/>
                </a:solidFill>
                <a:latin typeface="Calibri" panose="020F0502020204030204"/>
                <a:ea typeface="Calibri" panose="020F0502020204030204"/>
                <a:cs typeface="Calibri" panose="020F0502020204030204"/>
                <a:sym typeface="Calibri" panose="020F0502020204030204"/>
              </a:rPr>
              <a:t>Trạng ngữ + 地 + V </a:t>
            </a:r>
            <a:endParaRPr lang="en-US" sz="3200">
              <a:solidFill>
                <a:srgbClr val="FF0000"/>
              </a:solidFill>
              <a:latin typeface="Calibri" panose="020F0502020204030204"/>
              <a:ea typeface="Calibri" panose="020F0502020204030204"/>
              <a:cs typeface="Calibri" panose="020F0502020204030204"/>
              <a:sym typeface="Calibri" panose="020F0502020204030204"/>
            </a:endParaRPr>
          </a:p>
        </p:txBody>
      </p:sp>
      <p:sp>
        <p:nvSpPr>
          <p:cNvPr id="718" name="Google Shape;718;p46"/>
          <p:cNvSpPr txBox="1"/>
          <p:nvPr/>
        </p:nvSpPr>
        <p:spPr>
          <a:xfrm>
            <a:off x="3457075" y="4176254"/>
            <a:ext cx="4973047" cy="1154611"/>
          </a:xfrm>
          <a:prstGeom prst="rect">
            <a:avLst/>
          </a:prstGeom>
          <a:noFill/>
          <a:ln>
            <a:noFill/>
          </a:ln>
        </p:spPr>
        <p:txBody>
          <a:bodyPr spcFirstLastPara="1" wrap="square" lIns="91425" tIns="45700" rIns="91425" bIns="45700" anchor="t" anchorCtr="0">
            <a:spAutoFit/>
          </a:bodyPr>
          <a:lstStyle/>
          <a:p>
            <a:pPr marL="514350" marR="0" lvl="0" indent="-514350" algn="l" rtl="0">
              <a:lnSpc>
                <a:spcPct val="110000"/>
              </a:lnSpc>
              <a:spcBef>
                <a:spcPts val="0"/>
              </a:spcBef>
              <a:spcAft>
                <a:spcPts val="0"/>
              </a:spcAft>
              <a:buClr>
                <a:srgbClr val="000000"/>
              </a:buClr>
              <a:buSzPts val="3200"/>
              <a:buFont typeface="华文楷体" panose="02010600040101010101" charset="-122"/>
              <a:buAutoNum type="arabicPeriod"/>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孩子们高高兴兴地回家。</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514350" marR="0" lvl="0" indent="-514350" algn="l" rtl="0">
              <a:lnSpc>
                <a:spcPct val="110000"/>
              </a:lnSpc>
              <a:spcBef>
                <a:spcPts val="0"/>
              </a:spcBef>
              <a:spcAft>
                <a:spcPts val="0"/>
              </a:spcAft>
              <a:buClr>
                <a:srgbClr val="000000"/>
              </a:buClr>
              <a:buSzPts val="3200"/>
              <a:buFont typeface="华文楷体" panose="02010600040101010101" charset="-122"/>
              <a:buAutoNum type="arabicPeriod"/>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她生气地走出去了。</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pic>
        <p:nvPicPr>
          <p:cNvPr id="719" name="Google Shape;719;p46" descr="姐弟上学卡通图片-姐弟上学卡通素材-姐弟上学卡通模板图片下载-千库网"/>
          <p:cNvPicPr preferRelativeResize="0"/>
          <p:nvPr/>
        </p:nvPicPr>
        <p:blipFill rotWithShape="1">
          <a:blip r:embed="rId2"/>
          <a:srcRect/>
          <a:stretch>
            <a:fillRect/>
          </a:stretch>
        </p:blipFill>
        <p:spPr>
          <a:xfrm>
            <a:off x="9394805" y="3667104"/>
            <a:ext cx="1819275" cy="2734110"/>
          </a:xfrm>
          <a:prstGeom prst="rect">
            <a:avLst/>
          </a:prstGeom>
          <a:noFill/>
          <a:ln>
            <a:noFill/>
          </a:ln>
        </p:spPr>
      </p:pic>
      <p:pic>
        <p:nvPicPr>
          <p:cNvPr id="720" name="Google Shape;720;p46" descr="女孩生气表情包素材图片免费下载_高清表情包psd_千库网(图片编号12537736)"/>
          <p:cNvPicPr preferRelativeResize="0"/>
          <p:nvPr/>
        </p:nvPicPr>
        <p:blipFill rotWithShape="1">
          <a:blip r:embed="rId3"/>
          <a:srcRect/>
          <a:stretch>
            <a:fillRect/>
          </a:stretch>
        </p:blipFill>
        <p:spPr>
          <a:xfrm>
            <a:off x="-347584" y="3276600"/>
            <a:ext cx="3198172" cy="3203092"/>
          </a:xfrm>
          <a:prstGeom prst="rect">
            <a:avLst/>
          </a:prstGeom>
          <a:noFill/>
          <a:ln>
            <a:noFill/>
          </a:ln>
        </p:spPr>
      </p:pic>
      <p:sp>
        <p:nvSpPr>
          <p:cNvPr id="721" name="Google Shape;721;p4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7"/>
                                        </p:tgtEl>
                                        <p:attrNameLst>
                                          <p:attrName>style.visibility</p:attrName>
                                        </p:attrNameLst>
                                      </p:cBhvr>
                                      <p:to>
                                        <p:strVal val="visible"/>
                                      </p:to>
                                    </p:set>
                                    <p:animEffect transition="in" filter="fade">
                                      <p:cBhvr>
                                        <p:cTn id="7" dur="500"/>
                                        <p:tgtEl>
                                          <p:spTgt spid="7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18"/>
                                        </p:tgtEl>
                                        <p:attrNameLst>
                                          <p:attrName>style.visibility</p:attrName>
                                        </p:attrNameLst>
                                      </p:cBhvr>
                                      <p:to>
                                        <p:strVal val="visible"/>
                                      </p:to>
                                    </p:set>
                                    <p:animEffect transition="in" filter="fade">
                                      <p:cBhvr>
                                        <p:cTn id="12" dur="500"/>
                                        <p:tgtEl>
                                          <p:spTgt spid="7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725" name="Shape 725"/>
        <p:cNvGrpSpPr/>
        <p:nvPr/>
      </p:nvGrpSpPr>
      <p:grpSpPr>
        <a:xfrm>
          <a:off x="0" y="0"/>
          <a:ext cx="0" cy="0"/>
          <a:chOff x="0" y="0"/>
          <a:chExt cx="0" cy="0"/>
        </a:xfrm>
      </p:grpSpPr>
      <p:sp>
        <p:nvSpPr>
          <p:cNvPr id="726" name="Google Shape;726;p47"/>
          <p:cNvSpPr/>
          <p:nvPr/>
        </p:nvSpPr>
        <p:spPr>
          <a:xfrm rot="10800000" flipH="1">
            <a:off x="6756400" y="821267"/>
            <a:ext cx="6072293" cy="67733"/>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727" name="Google Shape;727;p47"/>
          <p:cNvSpPr/>
          <p:nvPr/>
        </p:nvSpPr>
        <p:spPr>
          <a:xfrm>
            <a:off x="7654290" y="302895"/>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728" name="Google Shape;728;p47"/>
          <p:cNvSpPr/>
          <p:nvPr/>
        </p:nvSpPr>
        <p:spPr>
          <a:xfrm>
            <a:off x="10346690" y="287655"/>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729" name="Google Shape;729;p47"/>
          <p:cNvGrpSpPr/>
          <p:nvPr/>
        </p:nvGrpSpPr>
        <p:grpSpPr>
          <a:xfrm>
            <a:off x="8892117" y="302472"/>
            <a:ext cx="1759373" cy="586317"/>
            <a:chOff x="19244" y="623"/>
            <a:chExt cx="4156" cy="1385"/>
          </a:xfrm>
        </p:grpSpPr>
        <p:sp>
          <p:nvSpPr>
            <p:cNvPr id="730" name="Google Shape;730;p47"/>
            <p:cNvSpPr/>
            <p:nvPr/>
          </p:nvSpPr>
          <p:spPr>
            <a:xfrm>
              <a:off x="19320" y="623"/>
              <a:ext cx="4014" cy="1385"/>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731" name="Google Shape;731;p47"/>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sp>
        <p:nvSpPr>
          <p:cNvPr id="732" name="Google Shape;732;p47"/>
          <p:cNvSpPr/>
          <p:nvPr/>
        </p:nvSpPr>
        <p:spPr>
          <a:xfrm rot="10800000" flipH="1">
            <a:off x="96520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grpSp>
        <p:nvGrpSpPr>
          <p:cNvPr id="733" name="Google Shape;733;p47"/>
          <p:cNvGrpSpPr/>
          <p:nvPr/>
        </p:nvGrpSpPr>
        <p:grpSpPr>
          <a:xfrm>
            <a:off x="7654290" y="367030"/>
            <a:ext cx="4334510" cy="521970"/>
            <a:chOff x="8308" y="4121"/>
            <a:chExt cx="6826" cy="822"/>
          </a:xfrm>
        </p:grpSpPr>
        <p:sp>
          <p:nvSpPr>
            <p:cNvPr id="734" name="Google Shape;734;p47"/>
            <p:cNvSpPr txBox="1"/>
            <p:nvPr/>
          </p:nvSpPr>
          <p:spPr>
            <a:xfrm>
              <a:off x="8308" y="4121"/>
              <a:ext cx="1875"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735" name="Google Shape;735;p47"/>
            <p:cNvSpPr txBox="1"/>
            <p:nvPr/>
          </p:nvSpPr>
          <p:spPr>
            <a:xfrm>
              <a:off x="10560" y="4121"/>
              <a:ext cx="2424"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736" name="Google Shape;736;p47"/>
            <p:cNvSpPr txBox="1"/>
            <p:nvPr/>
          </p:nvSpPr>
          <p:spPr>
            <a:xfrm>
              <a:off x="12785" y="4121"/>
              <a:ext cx="2349"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737" name="Google Shape;737;p47"/>
          <p:cNvSpPr/>
          <p:nvPr/>
        </p:nvSpPr>
        <p:spPr>
          <a:xfrm>
            <a:off x="3901571" y="1043173"/>
            <a:ext cx="3647863" cy="62484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2060"/>
              </a:buClr>
              <a:buSzPts val="3500"/>
              <a:buFont typeface="Times New Roman" panose="02020603050405020304"/>
              <a:buNone/>
            </a:pPr>
            <a:r>
              <a:rPr lang="en-US" sz="35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rPr>
              <a:t>Trợ từ kết cấu </a:t>
            </a:r>
            <a:r>
              <a:rPr lang="en-US" sz="3500" b="1">
                <a:solidFill>
                  <a:srgbClr val="002060"/>
                </a:solidFill>
                <a:latin typeface="Times New Roman" panose="02020603050405020304"/>
                <a:ea typeface="Times New Roman" panose="02020603050405020304"/>
                <a:cs typeface="Times New Roman" panose="02020603050405020304"/>
                <a:sym typeface="Times New Roman" panose="02020603050405020304"/>
              </a:rPr>
              <a:t>地</a:t>
            </a:r>
            <a:endParaRPr sz="2300" b="1" i="0" u="none" strike="noStrike" cap="none">
              <a:solidFill>
                <a:srgbClr val="00206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pic>
        <p:nvPicPr>
          <p:cNvPr id="738" name="Google Shape;738;p47"/>
          <p:cNvPicPr preferRelativeResize="0"/>
          <p:nvPr/>
        </p:nvPicPr>
        <p:blipFill rotWithShape="1">
          <a:blip r:embed="rId2"/>
          <a:srcRect/>
          <a:stretch>
            <a:fillRect/>
          </a:stretch>
        </p:blipFill>
        <p:spPr>
          <a:xfrm>
            <a:off x="203200" y="25400"/>
            <a:ext cx="1073150" cy="1181100"/>
          </a:xfrm>
          <a:prstGeom prst="rect">
            <a:avLst/>
          </a:prstGeom>
          <a:noFill/>
          <a:ln>
            <a:noFill/>
          </a:ln>
        </p:spPr>
      </p:pic>
      <p:sp>
        <p:nvSpPr>
          <p:cNvPr id="739" name="Google Shape;739;p47"/>
          <p:cNvSpPr/>
          <p:nvPr/>
        </p:nvSpPr>
        <p:spPr>
          <a:xfrm>
            <a:off x="1102117" y="1909457"/>
            <a:ext cx="9987766" cy="1708052"/>
          </a:xfrm>
          <a:prstGeom prst="roundRect">
            <a:avLst>
              <a:gd name="adj" fmla="val 16667"/>
            </a:avLst>
          </a:prstGeom>
          <a:noFill/>
          <a:ln w="38100" cap="flat" cmpd="sng">
            <a:solidFill>
              <a:srgbClr val="C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740" name="Google Shape;740;p47"/>
          <p:cNvSpPr txBox="1"/>
          <p:nvPr/>
        </p:nvSpPr>
        <p:spPr>
          <a:xfrm>
            <a:off x="1309998" y="2044005"/>
            <a:ext cx="9572001" cy="138499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002060"/>
                </a:solidFill>
                <a:latin typeface="华文楷体" panose="02010600040101010101" charset="-122"/>
                <a:ea typeface="华文楷体" panose="02010600040101010101" charset="-122"/>
                <a:cs typeface="华文楷体" panose="02010600040101010101" charset="-122"/>
                <a:sym typeface="华文楷体" panose="02010600040101010101" charset="-122"/>
              </a:rPr>
              <a:t>“</a:t>
            </a:r>
            <a:r>
              <a:rPr lang="en-US" sz="2800">
                <a:solidFill>
                  <a:srgbClr val="002060"/>
                </a:solidFill>
                <a:latin typeface="Times New Roman" panose="02020603050405020304"/>
                <a:ea typeface="Times New Roman" panose="02020603050405020304"/>
                <a:cs typeface="Times New Roman" panose="02020603050405020304"/>
                <a:sym typeface="Times New Roman" panose="02020603050405020304"/>
              </a:rPr>
              <a:t>Trợ từ kết cấu “</a:t>
            </a:r>
            <a:r>
              <a:rPr lang="en-US" sz="2800">
                <a:solidFill>
                  <a:srgbClr val="002060"/>
                </a:solidFill>
                <a:latin typeface="华文楷体" panose="02010600040101010101" charset="-122"/>
                <a:ea typeface="华文楷体" panose="02010600040101010101" charset="-122"/>
                <a:cs typeface="华文楷体" panose="02010600040101010101" charset="-122"/>
                <a:sym typeface="华文楷体" panose="02010600040101010101" charset="-122"/>
              </a:rPr>
              <a:t>地” </a:t>
            </a:r>
            <a:r>
              <a:rPr lang="en-US" sz="2800">
                <a:solidFill>
                  <a:srgbClr val="002060"/>
                </a:solidFill>
                <a:latin typeface="Times New Roman" panose="02020603050405020304"/>
                <a:ea typeface="Times New Roman" panose="02020603050405020304"/>
                <a:cs typeface="Times New Roman" panose="02020603050405020304"/>
                <a:sym typeface="Times New Roman" panose="02020603050405020304"/>
              </a:rPr>
              <a:t>thường được dùng ở giữa tính từ và động từ, dùng để biểu thị trạng thái, cách thức của hành động.</a:t>
            </a:r>
            <a:endParaRPr sz="2800">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r>
              <a:rPr lang="en-US" sz="2800" i="0" u="none" strike="noStrike" cap="none">
                <a:solidFill>
                  <a:srgbClr val="FF0000"/>
                </a:solidFill>
                <a:latin typeface="Times New Roman" panose="02020603050405020304"/>
                <a:ea typeface="Times New Roman" panose="02020603050405020304"/>
                <a:cs typeface="Times New Roman" panose="02020603050405020304"/>
                <a:sym typeface="Times New Roman" panose="02020603050405020304"/>
              </a:rPr>
              <a:t>ADJ + 地 + V</a:t>
            </a:r>
            <a:endParaRPr sz="2800" i="0" u="none" strike="noStrike" cap="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41" name="Google Shape;741;p47"/>
          <p:cNvSpPr txBox="1"/>
          <p:nvPr/>
        </p:nvSpPr>
        <p:spPr>
          <a:xfrm>
            <a:off x="4987502" y="54916"/>
            <a:ext cx="3647863" cy="4914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600"/>
              <a:buFont typeface="Times New Roman" panose="02020603050405020304"/>
              <a:buNone/>
            </a:pPr>
            <a:r>
              <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3</a:t>
            </a:r>
            <a:endParaRPr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42" name="Google Shape;742;p47"/>
          <p:cNvSpPr txBox="1"/>
          <p:nvPr/>
        </p:nvSpPr>
        <p:spPr>
          <a:xfrm>
            <a:off x="1638935" y="4118529"/>
            <a:ext cx="8858250" cy="1696298"/>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（1）过生日就要吃好吃的，还要高高兴兴地玩。</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None/>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（2）老师早早地到了教室。</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None/>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（3）爸爸很快地吃完早饭，就去上班了。</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743" name="Google Shape;743;p4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39"/>
                                        </p:tgtEl>
                                        <p:attrNameLst>
                                          <p:attrName>style.visibility</p:attrName>
                                        </p:attrNameLst>
                                      </p:cBhvr>
                                      <p:to>
                                        <p:strVal val="visible"/>
                                      </p:to>
                                    </p:set>
                                    <p:animEffect transition="in" filter="fade">
                                      <p:cBhvr>
                                        <p:cTn id="7" dur="500"/>
                                        <p:tgtEl>
                                          <p:spTgt spid="739"/>
                                        </p:tgtEl>
                                      </p:cBhvr>
                                    </p:animEffect>
                                  </p:childTnLst>
                                </p:cTn>
                              </p:par>
                              <p:par>
                                <p:cTn id="8" presetID="10" presetClass="entr" presetSubtype="0" fill="hold" nodeType="withEffect">
                                  <p:stCondLst>
                                    <p:cond delay="0"/>
                                  </p:stCondLst>
                                  <p:childTnLst>
                                    <p:set>
                                      <p:cBhvr>
                                        <p:cTn id="9" dur="1" fill="hold">
                                          <p:stCondLst>
                                            <p:cond delay="0"/>
                                          </p:stCondLst>
                                        </p:cTn>
                                        <p:tgtEl>
                                          <p:spTgt spid="740"/>
                                        </p:tgtEl>
                                        <p:attrNameLst>
                                          <p:attrName>style.visibility</p:attrName>
                                        </p:attrNameLst>
                                      </p:cBhvr>
                                      <p:to>
                                        <p:strVal val="visible"/>
                                      </p:to>
                                    </p:set>
                                    <p:animEffect transition="in" filter="fade">
                                      <p:cBhvr>
                                        <p:cTn id="10" dur="500"/>
                                        <p:tgtEl>
                                          <p:spTgt spid="74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42"/>
                                        </p:tgtEl>
                                        <p:attrNameLst>
                                          <p:attrName>style.visibility</p:attrName>
                                        </p:attrNameLst>
                                      </p:cBhvr>
                                      <p:to>
                                        <p:strVal val="visible"/>
                                      </p:to>
                                    </p:set>
                                    <p:animEffect transition="in" filter="fade">
                                      <p:cBhvr>
                                        <p:cTn id="15" dur="500"/>
                                        <p:tgtEl>
                                          <p:spTgt spid="7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725" name="Shape 725"/>
        <p:cNvGrpSpPr/>
        <p:nvPr/>
      </p:nvGrpSpPr>
      <p:grpSpPr>
        <a:xfrm>
          <a:off x="0" y="0"/>
          <a:ext cx="0" cy="0"/>
          <a:chOff x="0" y="0"/>
          <a:chExt cx="0" cy="0"/>
        </a:xfrm>
      </p:grpSpPr>
      <p:sp>
        <p:nvSpPr>
          <p:cNvPr id="726" name="Google Shape;726;p47"/>
          <p:cNvSpPr/>
          <p:nvPr/>
        </p:nvSpPr>
        <p:spPr>
          <a:xfrm rot="10800000" flipH="1">
            <a:off x="6756400" y="821267"/>
            <a:ext cx="6072293" cy="67733"/>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727" name="Google Shape;727;p47"/>
          <p:cNvSpPr/>
          <p:nvPr/>
        </p:nvSpPr>
        <p:spPr>
          <a:xfrm>
            <a:off x="7654290" y="302895"/>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728" name="Google Shape;728;p47"/>
          <p:cNvSpPr/>
          <p:nvPr/>
        </p:nvSpPr>
        <p:spPr>
          <a:xfrm>
            <a:off x="10346690" y="287655"/>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729" name="Google Shape;729;p47"/>
          <p:cNvGrpSpPr/>
          <p:nvPr/>
        </p:nvGrpSpPr>
        <p:grpSpPr>
          <a:xfrm>
            <a:off x="8892117" y="302472"/>
            <a:ext cx="1759373" cy="586317"/>
            <a:chOff x="19244" y="623"/>
            <a:chExt cx="4156" cy="1385"/>
          </a:xfrm>
        </p:grpSpPr>
        <p:sp>
          <p:nvSpPr>
            <p:cNvPr id="730" name="Google Shape;730;p47"/>
            <p:cNvSpPr/>
            <p:nvPr/>
          </p:nvSpPr>
          <p:spPr>
            <a:xfrm>
              <a:off x="19320" y="623"/>
              <a:ext cx="4014" cy="1385"/>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731" name="Google Shape;731;p47"/>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sp>
        <p:nvSpPr>
          <p:cNvPr id="732" name="Google Shape;732;p47"/>
          <p:cNvSpPr/>
          <p:nvPr/>
        </p:nvSpPr>
        <p:spPr>
          <a:xfrm rot="10800000" flipH="1">
            <a:off x="96520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grpSp>
        <p:nvGrpSpPr>
          <p:cNvPr id="733" name="Google Shape;733;p47"/>
          <p:cNvGrpSpPr/>
          <p:nvPr/>
        </p:nvGrpSpPr>
        <p:grpSpPr>
          <a:xfrm>
            <a:off x="7654290" y="367030"/>
            <a:ext cx="4334510" cy="521970"/>
            <a:chOff x="8308" y="4121"/>
            <a:chExt cx="6826" cy="822"/>
          </a:xfrm>
        </p:grpSpPr>
        <p:sp>
          <p:nvSpPr>
            <p:cNvPr id="734" name="Google Shape;734;p47"/>
            <p:cNvSpPr txBox="1"/>
            <p:nvPr/>
          </p:nvSpPr>
          <p:spPr>
            <a:xfrm>
              <a:off x="8308" y="4121"/>
              <a:ext cx="1875"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735" name="Google Shape;735;p47"/>
            <p:cNvSpPr txBox="1"/>
            <p:nvPr/>
          </p:nvSpPr>
          <p:spPr>
            <a:xfrm>
              <a:off x="10560" y="4121"/>
              <a:ext cx="2424"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736" name="Google Shape;736;p47"/>
            <p:cNvSpPr txBox="1"/>
            <p:nvPr/>
          </p:nvSpPr>
          <p:spPr>
            <a:xfrm>
              <a:off x="12785" y="4121"/>
              <a:ext cx="2349"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pic>
        <p:nvPicPr>
          <p:cNvPr id="738" name="Google Shape;738;p47"/>
          <p:cNvPicPr preferRelativeResize="0"/>
          <p:nvPr/>
        </p:nvPicPr>
        <p:blipFill rotWithShape="1">
          <a:blip r:embed="rId2"/>
          <a:srcRect/>
          <a:stretch>
            <a:fillRect/>
          </a:stretch>
        </p:blipFill>
        <p:spPr>
          <a:xfrm>
            <a:off x="203200" y="25400"/>
            <a:ext cx="1073150" cy="1181100"/>
          </a:xfrm>
          <a:prstGeom prst="rect">
            <a:avLst/>
          </a:prstGeom>
          <a:noFill/>
          <a:ln>
            <a:noFill/>
          </a:ln>
        </p:spPr>
      </p:pic>
      <p:sp>
        <p:nvSpPr>
          <p:cNvPr id="741" name="Google Shape;741;p47"/>
          <p:cNvSpPr txBox="1"/>
          <p:nvPr/>
        </p:nvSpPr>
        <p:spPr>
          <a:xfrm>
            <a:off x="4987502" y="54916"/>
            <a:ext cx="3647863" cy="4914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600"/>
              <a:buFont typeface="Times New Roman" panose="02020603050405020304"/>
              <a:buNone/>
            </a:pPr>
            <a:r>
              <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3</a:t>
            </a:r>
            <a:endParaRPr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43" name="Google Shape;743;p4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graphicFrame>
        <p:nvGraphicFramePr>
          <p:cNvPr id="2" name="Table 1"/>
          <p:cNvGraphicFramePr/>
          <p:nvPr/>
        </p:nvGraphicFramePr>
        <p:xfrm>
          <a:off x="854075" y="1070610"/>
          <a:ext cx="10615295" cy="4977130"/>
        </p:xfrm>
        <a:graphic>
          <a:graphicData uri="http://schemas.openxmlformats.org/drawingml/2006/table">
            <a:tbl>
              <a:tblPr/>
              <a:tblGrid>
                <a:gridCol w="1577340"/>
                <a:gridCol w="1876425"/>
                <a:gridCol w="2273300"/>
                <a:gridCol w="2915920"/>
                <a:gridCol w="1972310"/>
              </a:tblGrid>
              <a:tr h="377825">
                <a:tc>
                  <a:txBody>
                    <a:bodyPr/>
                    <a:p>
                      <a:pPr marL="0" indent="0" algn="ctr">
                        <a:spcBef>
                          <a:spcPct val="0"/>
                        </a:spcBef>
                        <a:spcAft>
                          <a:spcPct val="0"/>
                        </a:spcAft>
                      </a:pPr>
                      <a:r>
                        <a:rPr lang="en-US" altLang="zh-CN" sz="1800" b="1">
                          <a:latin typeface="Times New Roman" panose="02020603050405020304" charset="0"/>
                          <a:ea typeface="Google Sans Text"/>
                          <a:cs typeface="Times New Roman" panose="02020603050405020304" charset="0"/>
                        </a:rPr>
                        <a:t>Trợ từ</a:t>
                      </a:r>
                      <a:endParaRPr lang="en-US" altLang="zh-CN" sz="1800" b="1">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lgn="ctr">
                        <a:spcBef>
                          <a:spcPct val="0"/>
                        </a:spcBef>
                        <a:spcAft>
                          <a:spcPct val="0"/>
                        </a:spcAft>
                      </a:pPr>
                      <a:r>
                        <a:rPr lang="en-US" altLang="zh-CN" sz="1800" b="1">
                          <a:latin typeface="Times New Roman" panose="02020603050405020304" charset="0"/>
                          <a:ea typeface="Google Sans Text"/>
                          <a:cs typeface="Times New Roman" panose="02020603050405020304" charset="0"/>
                        </a:rPr>
                        <a:t>Vị trí trong câu</a:t>
                      </a:r>
                      <a:endParaRPr lang="en-US" altLang="zh-CN" sz="1800" b="1">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lgn="ctr">
                        <a:spcBef>
                          <a:spcPct val="0"/>
                        </a:spcBef>
                        <a:spcAft>
                          <a:spcPct val="0"/>
                        </a:spcAft>
                      </a:pPr>
                      <a:r>
                        <a:rPr lang="en-US" altLang="zh-CN" sz="1800" b="1">
                          <a:latin typeface="Times New Roman" panose="02020603050405020304" charset="0"/>
                          <a:ea typeface="Google Sans Text"/>
                          <a:cs typeface="Times New Roman" panose="02020603050405020304" charset="0"/>
                        </a:rPr>
                        <a:t>Cấu trúc cơ bản</a:t>
                      </a:r>
                      <a:endParaRPr lang="en-US" altLang="zh-CN" sz="1800" b="1">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lgn="ctr">
                        <a:spcBef>
                          <a:spcPct val="0"/>
                        </a:spcBef>
                        <a:spcAft>
                          <a:spcPct val="0"/>
                        </a:spcAft>
                      </a:pPr>
                      <a:r>
                        <a:rPr lang="en-US" altLang="zh-CN" sz="1800" b="1">
                          <a:latin typeface="Times New Roman" panose="02020603050405020304" charset="0"/>
                          <a:ea typeface="Google Sans Text"/>
                          <a:cs typeface="Times New Roman" panose="02020603050405020304" charset="0"/>
                        </a:rPr>
                        <a:t>Ý nghĩa &amp; Chức năng</a:t>
                      </a:r>
                      <a:endParaRPr lang="en-US" altLang="zh-CN" sz="1800" b="1">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lgn="ctr">
                        <a:spcBef>
                          <a:spcPct val="0"/>
                        </a:spcBef>
                        <a:spcAft>
                          <a:spcPct val="0"/>
                        </a:spcAft>
                      </a:pPr>
                      <a:r>
                        <a:rPr lang="en-US" altLang="zh-CN" sz="1800" b="1">
                          <a:latin typeface="Times New Roman" panose="02020603050405020304" charset="0"/>
                          <a:ea typeface="Google Sans Text"/>
                          <a:cs typeface="Times New Roman" panose="02020603050405020304" charset="0"/>
                        </a:rPr>
                        <a:t>Ví dụ minh họa</a:t>
                      </a:r>
                      <a:endParaRPr lang="en-US" altLang="zh-CN" sz="1800" b="1">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r>
              <a:tr h="1363345">
                <a:tc>
                  <a:txBody>
                    <a:bodyPr/>
                    <a:p>
                      <a:pPr marL="0" indent="0" algn="ctr">
                        <a:spcBef>
                          <a:spcPct val="0"/>
                        </a:spcBef>
                      </a:pPr>
                      <a:r>
                        <a:rPr lang="zh-CN" altLang="en-US" sz="1800" b="1">
                          <a:latin typeface="Times New Roman" panose="02020603050405020304" charset="0"/>
                          <a:ea typeface="Google Sans Text"/>
                          <a:cs typeface="Times New Roman" panose="02020603050405020304" charset="0"/>
                        </a:rPr>
                        <a:t>的 </a:t>
                      </a:r>
                      <a:r>
                        <a:rPr lang="en-US" altLang="zh-CN" sz="1800" b="1">
                          <a:latin typeface="Times New Roman" panose="02020603050405020304" charset="0"/>
                          <a:ea typeface="Google Sans Text"/>
                          <a:cs typeface="Times New Roman" panose="02020603050405020304" charset="0"/>
                        </a:rPr>
                        <a:t>(de)</a:t>
                      </a:r>
                      <a:endParaRPr lang="en-US" altLang="zh-CN" sz="1800" b="1">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lgn="ctr">
                        <a:spcBef>
                          <a:spcPct val="0"/>
                        </a:spcBef>
                      </a:pPr>
                      <a:r>
                        <a:rPr lang="en-US" altLang="zh-CN" sz="1800">
                          <a:latin typeface="Times New Roman" panose="02020603050405020304" charset="0"/>
                          <a:ea typeface="Google Sans Text"/>
                          <a:cs typeface="Times New Roman" panose="02020603050405020304" charset="0"/>
                        </a:rPr>
                        <a:t>Đứng trước </a:t>
                      </a:r>
                      <a:r>
                        <a:rPr lang="en-US" altLang="zh-CN" sz="1800" b="1">
                          <a:latin typeface="Times New Roman" panose="02020603050405020304" charset="0"/>
                          <a:ea typeface="Google Sans Text"/>
                          <a:cs typeface="Times New Roman" panose="02020603050405020304" charset="0"/>
                        </a:rPr>
                        <a:t>Danh từ</a:t>
                      </a:r>
                      <a:endParaRPr lang="en-US" altLang="zh-CN" sz="1800" b="1">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lgn="ctr">
                        <a:spcBef>
                          <a:spcPct val="0"/>
                        </a:spcBef>
                      </a:pPr>
                      <a:r>
                        <a:rPr lang="en-US" altLang="zh-CN" sz="1800">
                          <a:latin typeface="Times New Roman" panose="02020603050405020304" charset="0"/>
                          <a:ea typeface="Google Sans Text"/>
                          <a:cs typeface="Times New Roman" panose="02020603050405020304" charset="0"/>
                        </a:rPr>
                        <a:t>[Tính từ / Danh từ / Cụm C-V] + </a:t>
                      </a:r>
                      <a:r>
                        <a:rPr lang="zh-CN" altLang="en-US" sz="1800">
                          <a:latin typeface="Times New Roman" panose="02020603050405020304" charset="0"/>
                          <a:ea typeface="Google Sans Text"/>
                          <a:cs typeface="Times New Roman" panose="02020603050405020304" charset="0"/>
                        </a:rPr>
                        <a:t>的 </a:t>
                      </a:r>
                      <a:r>
                        <a:rPr lang="en-US" altLang="zh-CN" sz="1800">
                          <a:latin typeface="Times New Roman" panose="02020603050405020304" charset="0"/>
                          <a:ea typeface="Google Sans Text"/>
                          <a:cs typeface="Times New Roman" panose="02020603050405020304" charset="0"/>
                        </a:rPr>
                        <a:t>+ [Danh từ]</a:t>
                      </a:r>
                      <a:endParaRPr lang="en-US" altLang="zh-CN" sz="1800">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lgn="ctr">
                        <a:spcBef>
                          <a:spcPct val="0"/>
                        </a:spcBef>
                      </a:pPr>
                      <a:r>
                        <a:rPr lang="en-US" altLang="zh-CN" sz="1800">
                          <a:latin typeface="Times New Roman" panose="02020603050405020304" charset="0"/>
                          <a:ea typeface="Google Sans Text"/>
                          <a:cs typeface="Times New Roman" panose="02020603050405020304" charset="0"/>
                        </a:rPr>
                        <a:t>Biểu thị quan hệ sở hữu hoặc bổ nghĩa, làm rõ tính chất cho danh từ đi sau </a:t>
                      </a:r>
                      <a:endParaRPr lang="en-US" altLang="zh-CN" sz="1800">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lgn="ctr">
                        <a:spcBef>
                          <a:spcPct val="0"/>
                        </a:spcBef>
                        <a:spcAft>
                          <a:spcPct val="0"/>
                        </a:spcAft>
                      </a:pPr>
                      <a:r>
                        <a:rPr lang="en-US" altLang="zh-CN" sz="1800">
                          <a:latin typeface="Times New Roman" panose="02020603050405020304" charset="0"/>
                          <a:ea typeface="Google Sans Text"/>
                          <a:cs typeface="Times New Roman" panose="02020603050405020304" charset="0"/>
                        </a:rPr>
                        <a:t>• </a:t>
                      </a:r>
                      <a:r>
                        <a:rPr lang="zh-CN" altLang="en-US" sz="1800">
                          <a:latin typeface="Times New Roman" panose="02020603050405020304" charset="0"/>
                          <a:ea typeface="Google Sans Text"/>
                          <a:cs typeface="Times New Roman" panose="02020603050405020304" charset="0"/>
                        </a:rPr>
                        <a:t>我的书 </a:t>
                      </a:r>
                      <a:r>
                        <a:rPr lang="en-US" altLang="zh-CN" sz="1800">
                          <a:latin typeface="Times New Roman" panose="02020603050405020304" charset="0"/>
                          <a:ea typeface="Google Sans Text"/>
                          <a:cs typeface="Times New Roman" panose="02020603050405020304" charset="0"/>
                        </a:rPr>
                        <a:t>(Sách của tôi)</a:t>
                      </a:r>
                      <a:endParaRPr lang="en-US" altLang="zh-CN" sz="1800">
                        <a:latin typeface="Times New Roman" panose="02020603050405020304" charset="0"/>
                        <a:ea typeface="Google Sans Text"/>
                        <a:cs typeface="Times New Roman" panose="02020603050405020304" charset="0"/>
                      </a:endParaRPr>
                    </a:p>
                    <a:p>
                      <a:pPr marL="0" indent="0" algn="ctr">
                        <a:spcBef>
                          <a:spcPct val="0"/>
                        </a:spcBef>
                        <a:spcAft>
                          <a:spcPct val="0"/>
                        </a:spcAft>
                      </a:pPr>
                      <a:r>
                        <a:rPr lang="en-US" altLang="zh-CN" sz="1800">
                          <a:latin typeface="Times New Roman" panose="02020603050405020304" charset="0"/>
                          <a:ea typeface="Google Sans Text"/>
                          <a:cs typeface="Times New Roman" panose="02020603050405020304" charset="0"/>
                        </a:rPr>
                        <a:t>• </a:t>
                      </a:r>
                      <a:r>
                        <a:rPr lang="zh-CN" altLang="en-US" sz="1800">
                          <a:latin typeface="Times New Roman" panose="02020603050405020304" charset="0"/>
                          <a:ea typeface="Google Sans Text"/>
                          <a:cs typeface="Times New Roman" panose="02020603050405020304" charset="0"/>
                        </a:rPr>
                        <a:t>漂亮的衣服 </a:t>
                      </a:r>
                      <a:r>
                        <a:rPr lang="en-US" altLang="zh-CN" sz="1800">
                          <a:latin typeface="Times New Roman" panose="02020603050405020304" charset="0"/>
                          <a:ea typeface="Google Sans Text"/>
                          <a:cs typeface="Times New Roman" panose="02020603050405020304" charset="0"/>
                        </a:rPr>
                        <a:t>(Áo đẹp)</a:t>
                      </a:r>
                      <a:endParaRPr lang="en-US" altLang="zh-CN" sz="1800">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r>
              <a:tr h="1530985">
                <a:tc>
                  <a:txBody>
                    <a:bodyPr/>
                    <a:p>
                      <a:pPr marL="0" indent="0" algn="ctr">
                        <a:spcBef>
                          <a:spcPct val="0"/>
                        </a:spcBef>
                      </a:pPr>
                      <a:r>
                        <a:rPr lang="zh-CN" altLang="en-US" sz="1800" b="1">
                          <a:latin typeface="Times New Roman" panose="02020603050405020304" charset="0"/>
                          <a:ea typeface="Google Sans Text"/>
                          <a:cs typeface="Times New Roman" panose="02020603050405020304" charset="0"/>
                        </a:rPr>
                        <a:t>地 </a:t>
                      </a:r>
                      <a:r>
                        <a:rPr lang="en-US" altLang="zh-CN" sz="1800" b="1">
                          <a:latin typeface="Times New Roman" panose="02020603050405020304" charset="0"/>
                          <a:ea typeface="Google Sans Text"/>
                          <a:cs typeface="Times New Roman" panose="02020603050405020304" charset="0"/>
                        </a:rPr>
                        <a:t>(de)</a:t>
                      </a:r>
                      <a:endParaRPr lang="en-US" altLang="zh-CN" sz="1800" b="1">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lgn="ctr">
                        <a:spcBef>
                          <a:spcPct val="0"/>
                        </a:spcBef>
                      </a:pPr>
                      <a:r>
                        <a:rPr lang="en-US" altLang="zh-CN" sz="1800">
                          <a:latin typeface="Times New Roman" panose="02020603050405020304" charset="0"/>
                          <a:ea typeface="Google Sans Text"/>
                          <a:cs typeface="Times New Roman" panose="02020603050405020304" charset="0"/>
                        </a:rPr>
                        <a:t>Đứng trước </a:t>
                      </a:r>
                      <a:r>
                        <a:rPr lang="en-US" altLang="zh-CN" sz="1800" b="1">
                          <a:latin typeface="Times New Roman" panose="02020603050405020304" charset="0"/>
                          <a:ea typeface="Google Sans Text"/>
                          <a:cs typeface="Times New Roman" panose="02020603050405020304" charset="0"/>
                        </a:rPr>
                        <a:t>Động từ</a:t>
                      </a:r>
                      <a:endParaRPr lang="en-US" altLang="zh-CN" sz="1800" b="1">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lgn="ctr">
                        <a:spcBef>
                          <a:spcPct val="0"/>
                        </a:spcBef>
                      </a:pPr>
                      <a:r>
                        <a:rPr lang="en-US" altLang="zh-CN" sz="1800">
                          <a:latin typeface="Times New Roman" panose="02020603050405020304" charset="0"/>
                          <a:ea typeface="Google Sans Text"/>
                          <a:cs typeface="Times New Roman" panose="02020603050405020304" charset="0"/>
                        </a:rPr>
                        <a:t>[Tính từ / Trạng từ] + </a:t>
                      </a:r>
                      <a:r>
                        <a:rPr lang="zh-CN" altLang="en-US" sz="1800">
                          <a:latin typeface="Times New Roman" panose="02020603050405020304" charset="0"/>
                          <a:ea typeface="Google Sans Text"/>
                          <a:cs typeface="Times New Roman" panose="02020603050405020304" charset="0"/>
                        </a:rPr>
                        <a:t>地 </a:t>
                      </a:r>
                      <a:r>
                        <a:rPr lang="en-US" altLang="zh-CN" sz="1800">
                          <a:latin typeface="Times New Roman" panose="02020603050405020304" charset="0"/>
                          <a:ea typeface="Google Sans Text"/>
                          <a:cs typeface="Times New Roman" panose="02020603050405020304" charset="0"/>
                        </a:rPr>
                        <a:t>+ [Động từ]</a:t>
                      </a:r>
                      <a:endParaRPr lang="en-US" altLang="zh-CN" sz="1800">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lgn="ctr">
                        <a:spcBef>
                          <a:spcPct val="0"/>
                        </a:spcBef>
                      </a:pPr>
                      <a:r>
                        <a:rPr lang="en-US" altLang="zh-CN" sz="1800">
                          <a:latin typeface="Times New Roman" panose="02020603050405020304" charset="0"/>
                          <a:ea typeface="Google Sans Text"/>
                          <a:cs typeface="Times New Roman" panose="02020603050405020304" charset="0"/>
                        </a:rPr>
                        <a:t>Biểu thị trạng thái, cách thức diễn ra của hành động, đóng vai trò trạng ngữ</a:t>
                      </a:r>
                      <a:endParaRPr lang="en-US" altLang="zh-CN" sz="1800">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lgn="ctr">
                        <a:spcBef>
                          <a:spcPct val="0"/>
                        </a:spcBef>
                        <a:spcAft>
                          <a:spcPct val="0"/>
                        </a:spcAft>
                      </a:pPr>
                      <a:endParaRPr lang="en-US" altLang="zh-CN" sz="1800">
                        <a:latin typeface="Times New Roman" panose="02020603050405020304" charset="0"/>
                        <a:ea typeface="Google Sans Text"/>
                        <a:cs typeface="Times New Roman" panose="02020603050405020304" charset="0"/>
                      </a:endParaRPr>
                    </a:p>
                    <a:p>
                      <a:pPr marL="0" indent="0" algn="ctr">
                        <a:spcBef>
                          <a:spcPct val="0"/>
                        </a:spcBef>
                        <a:spcAft>
                          <a:spcPct val="0"/>
                        </a:spcAft>
                      </a:pPr>
                      <a:r>
                        <a:rPr lang="en-US" altLang="zh-CN" sz="1800">
                          <a:latin typeface="Times New Roman" panose="02020603050405020304" charset="0"/>
                          <a:ea typeface="Google Sans Text"/>
                          <a:cs typeface="Times New Roman" panose="02020603050405020304" charset="0"/>
                        </a:rPr>
                        <a:t>• </a:t>
                      </a:r>
                      <a:r>
                        <a:rPr lang="zh-CN" altLang="en-US" sz="1800">
                          <a:latin typeface="Times New Roman" panose="02020603050405020304" charset="0"/>
                          <a:ea typeface="Google Sans Text"/>
                          <a:cs typeface="Times New Roman" panose="02020603050405020304" charset="0"/>
                        </a:rPr>
                        <a:t>认真地听课 </a:t>
                      </a:r>
                      <a:r>
                        <a:rPr lang="en-US" altLang="zh-CN" sz="1800">
                          <a:latin typeface="Times New Roman" panose="02020603050405020304" charset="0"/>
                          <a:ea typeface="Google Sans Text"/>
                          <a:cs typeface="Times New Roman" panose="02020603050405020304" charset="0"/>
                        </a:rPr>
                        <a:t>(Nghe chăm chú)</a:t>
                      </a:r>
                      <a:br>
                        <a:rPr lang="en-US" altLang="zh-CN" sz="1800">
                          <a:latin typeface="Times New Roman" panose="02020603050405020304" charset="0"/>
                          <a:ea typeface="Google Sans Text"/>
                          <a:cs typeface="Times New Roman" panose="02020603050405020304" charset="0"/>
                        </a:rPr>
                      </a:br>
                      <a:endParaRPr lang="en-US" altLang="zh-CN" sz="1800">
                        <a:latin typeface="Times New Roman" panose="02020603050405020304" charset="0"/>
                        <a:ea typeface="Google Sans Text"/>
                        <a:cs typeface="Times New Roman" panose="02020603050405020304" charset="0"/>
                      </a:endParaRPr>
                    </a:p>
                    <a:p>
                      <a:pPr marL="0" indent="0" algn="ctr">
                        <a:spcBef>
                          <a:spcPct val="0"/>
                        </a:spcBef>
                        <a:spcAft>
                          <a:spcPct val="0"/>
                        </a:spcAft>
                      </a:pPr>
                      <a:endParaRPr lang="en-US" altLang="zh-CN" sz="1800">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r>
              <a:tr h="1704975">
                <a:tc>
                  <a:txBody>
                    <a:bodyPr/>
                    <a:p>
                      <a:pPr marL="0" indent="0" algn="ctr">
                        <a:spcBef>
                          <a:spcPct val="0"/>
                        </a:spcBef>
                      </a:pPr>
                      <a:r>
                        <a:rPr lang="zh-CN" altLang="en-US" sz="1800" b="1">
                          <a:latin typeface="Times New Roman" panose="02020603050405020304" charset="0"/>
                          <a:ea typeface="Google Sans Text"/>
                          <a:cs typeface="Times New Roman" panose="02020603050405020304" charset="0"/>
                        </a:rPr>
                        <a:t>得 </a:t>
                      </a:r>
                      <a:r>
                        <a:rPr lang="en-US" altLang="zh-CN" sz="1800" b="1">
                          <a:latin typeface="Times New Roman" panose="02020603050405020304" charset="0"/>
                          <a:ea typeface="Google Sans Text"/>
                          <a:cs typeface="Times New Roman" panose="02020603050405020304" charset="0"/>
                        </a:rPr>
                        <a:t>(de)</a:t>
                      </a:r>
                      <a:endParaRPr lang="en-US" altLang="zh-CN" sz="1800" b="1">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lgn="ctr">
                        <a:spcBef>
                          <a:spcPct val="0"/>
                        </a:spcBef>
                      </a:pPr>
                      <a:r>
                        <a:rPr lang="en-US" altLang="zh-CN" sz="1800">
                          <a:latin typeface="Times New Roman" panose="02020603050405020304" charset="0"/>
                          <a:ea typeface="Google Sans Text"/>
                          <a:cs typeface="Times New Roman" panose="02020603050405020304" charset="0"/>
                        </a:rPr>
                        <a:t>Đứng sau </a:t>
                      </a:r>
                      <a:r>
                        <a:rPr lang="en-US" altLang="zh-CN" sz="1800" b="1">
                          <a:latin typeface="Times New Roman" panose="02020603050405020304" charset="0"/>
                          <a:ea typeface="Google Sans Text"/>
                          <a:cs typeface="Times New Roman" panose="02020603050405020304" charset="0"/>
                        </a:rPr>
                        <a:t>Động từ / Tính từ</a:t>
                      </a:r>
                      <a:endParaRPr lang="en-US" altLang="zh-CN" sz="1800" b="1">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lgn="ctr">
                        <a:spcBef>
                          <a:spcPct val="0"/>
                        </a:spcBef>
                      </a:pPr>
                      <a:r>
                        <a:rPr lang="en-US" altLang="zh-CN" sz="1800">
                          <a:latin typeface="Times New Roman" panose="02020603050405020304" charset="0"/>
                          <a:ea typeface="Google Sans Text"/>
                          <a:cs typeface="Times New Roman" panose="02020603050405020304" charset="0"/>
                        </a:rPr>
                        <a:t>[Động từ / Tính từ] + </a:t>
                      </a:r>
                      <a:r>
                        <a:rPr lang="zh-CN" altLang="en-US" sz="1800">
                          <a:latin typeface="Times New Roman" panose="02020603050405020304" charset="0"/>
                          <a:ea typeface="Google Sans Text"/>
                          <a:cs typeface="Times New Roman" panose="02020603050405020304" charset="0"/>
                        </a:rPr>
                        <a:t>得 </a:t>
                      </a:r>
                      <a:r>
                        <a:rPr lang="en-US" altLang="zh-CN" sz="1800">
                          <a:latin typeface="Times New Roman" panose="02020603050405020304" charset="0"/>
                          <a:ea typeface="Google Sans Text"/>
                          <a:cs typeface="Times New Roman" panose="02020603050405020304" charset="0"/>
                        </a:rPr>
                        <a:t>+ [Bổ ngữ mức độ / kết quả]</a:t>
                      </a:r>
                      <a:endParaRPr lang="en-US" altLang="zh-CN" sz="1800">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lgn="ctr">
                        <a:spcBef>
                          <a:spcPct val="0"/>
                        </a:spcBef>
                      </a:pPr>
                      <a:r>
                        <a:rPr lang="en-US" altLang="zh-CN" sz="1800">
                          <a:latin typeface="Times New Roman" panose="02020603050405020304" charset="0"/>
                          <a:ea typeface="Google Sans Text"/>
                          <a:cs typeface="Times New Roman" panose="02020603050405020304" charset="0"/>
                        </a:rPr>
                        <a:t>Đứng sau từ chỉ hành động/trạng thái để đánh giá mức độ hoặc kết quả đạt được</a:t>
                      </a:r>
                      <a:endParaRPr lang="en-US" altLang="zh-CN" sz="1800">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lgn="ctr">
                        <a:spcBef>
                          <a:spcPct val="0"/>
                        </a:spcBef>
                        <a:spcAft>
                          <a:spcPct val="0"/>
                        </a:spcAft>
                      </a:pPr>
                      <a:endParaRPr lang="en-US" altLang="zh-CN" sz="1800">
                        <a:latin typeface="Times New Roman" panose="02020603050405020304" charset="0"/>
                        <a:ea typeface="Google Sans Text"/>
                        <a:cs typeface="Times New Roman" panose="02020603050405020304" charset="0"/>
                      </a:endParaRPr>
                    </a:p>
                    <a:p>
                      <a:pPr marL="0" indent="0" algn="ctr">
                        <a:spcBef>
                          <a:spcPct val="0"/>
                        </a:spcBef>
                        <a:spcAft>
                          <a:spcPct val="0"/>
                        </a:spcAft>
                      </a:pPr>
                      <a:endParaRPr lang="en-US" altLang="zh-CN" sz="1800">
                        <a:latin typeface="Times New Roman" panose="02020603050405020304" charset="0"/>
                        <a:ea typeface="Google Sans Text"/>
                        <a:cs typeface="Times New Roman" panose="02020603050405020304" charset="0"/>
                      </a:endParaRPr>
                    </a:p>
                    <a:p>
                      <a:pPr marL="0" indent="0" algn="ctr">
                        <a:spcBef>
                          <a:spcPct val="0"/>
                        </a:spcBef>
                        <a:spcAft>
                          <a:spcPct val="0"/>
                        </a:spcAft>
                      </a:pPr>
                      <a:r>
                        <a:rPr lang="en-US" altLang="zh-CN" sz="1800">
                          <a:latin typeface="Times New Roman" panose="02020603050405020304" charset="0"/>
                          <a:ea typeface="Google Sans Text"/>
                          <a:cs typeface="Times New Roman" panose="02020603050405020304" charset="0"/>
                        </a:rPr>
                        <a:t>• </a:t>
                      </a:r>
                      <a:r>
                        <a:rPr lang="zh-CN" altLang="en-US" sz="1800">
                          <a:latin typeface="Times New Roman" panose="02020603050405020304" charset="0"/>
                          <a:ea typeface="Google Sans Text"/>
                          <a:cs typeface="Times New Roman" panose="02020603050405020304" charset="0"/>
                        </a:rPr>
                        <a:t>说得很好 </a:t>
                      </a:r>
                      <a:r>
                        <a:rPr lang="en-US" altLang="zh-CN" sz="1800">
                          <a:latin typeface="Times New Roman" panose="02020603050405020304" charset="0"/>
                          <a:ea typeface="Google Sans Text"/>
                          <a:cs typeface="Times New Roman" panose="02020603050405020304" charset="0"/>
                        </a:rPr>
                        <a:t>(Nói rất tốt)</a:t>
                      </a:r>
                      <a:br>
                        <a:rPr lang="en-US" altLang="zh-CN" sz="1800">
                          <a:latin typeface="Times New Roman" panose="02020603050405020304" charset="0"/>
                          <a:ea typeface="Google Sans Text"/>
                          <a:cs typeface="Times New Roman" panose="02020603050405020304" charset="0"/>
                        </a:rPr>
                      </a:br>
                      <a:endParaRPr lang="en-US" altLang="zh-CN" sz="1800">
                        <a:latin typeface="Times New Roman" panose="02020603050405020304" charset="0"/>
                        <a:ea typeface="Google Sans Text"/>
                        <a:cs typeface="Times New Roman" panose="02020603050405020304" charset="0"/>
                      </a:endParaRPr>
                    </a:p>
                    <a:p>
                      <a:pPr marL="0" indent="0" algn="ctr">
                        <a:spcBef>
                          <a:spcPct val="0"/>
                        </a:spcBef>
                        <a:spcAft>
                          <a:spcPct val="0"/>
                        </a:spcAft>
                      </a:pPr>
                      <a:endParaRPr lang="en-US" altLang="zh-CN" sz="1800">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r>
            </a:tbl>
          </a:graphicData>
        </a:graphic>
      </p:graphicFrame>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747" name="Shape 747"/>
        <p:cNvGrpSpPr/>
        <p:nvPr/>
      </p:nvGrpSpPr>
      <p:grpSpPr>
        <a:xfrm>
          <a:off x="0" y="0"/>
          <a:ext cx="0" cy="0"/>
          <a:chOff x="0" y="0"/>
          <a:chExt cx="0" cy="0"/>
        </a:xfrm>
      </p:grpSpPr>
      <p:sp>
        <p:nvSpPr>
          <p:cNvPr id="754" name="Google Shape;754;p48"/>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
        <p:nvSpPr>
          <p:cNvPr id="12" name="Text Box 11"/>
          <p:cNvSpPr txBox="1"/>
          <p:nvPr/>
        </p:nvSpPr>
        <p:spPr>
          <a:xfrm>
            <a:off x="911225" y="764540"/>
            <a:ext cx="10682605" cy="5116830"/>
          </a:xfrm>
          <a:prstGeom prst="rect">
            <a:avLst/>
          </a:prstGeom>
        </p:spPr>
        <p:txBody>
          <a:bodyPr wrap="square">
            <a:spAutoFit/>
          </a:bodyPr>
          <a:p>
            <a:pPr>
              <a:lnSpc>
                <a:spcPct val="100000"/>
              </a:lnSpc>
              <a:spcAft>
                <a:spcPct val="60000"/>
              </a:spcAft>
            </a:pPr>
            <a:r>
              <a:rPr lang="en-US" altLang="zh-CN" sz="2800" b="1">
                <a:latin typeface="Times New Roman" panose="02020603050405020304" charset="0"/>
                <a:cs typeface="Times New Roman" panose="02020603050405020304" charset="0"/>
              </a:rPr>
              <a:t>Bài tập minh họa (Điền </a:t>
            </a:r>
            <a:r>
              <a:rPr lang="zh-CN" altLang="en-US" sz="2800" b="1">
                <a:latin typeface="Times New Roman" panose="02020603050405020304" charset="0"/>
                <a:cs typeface="Times New Roman" panose="02020603050405020304" charset="0"/>
              </a:rPr>
              <a:t>的</a:t>
            </a:r>
            <a:r>
              <a:rPr lang="en-US" altLang="zh-CN" sz="2800" b="1">
                <a:latin typeface="Times New Roman" panose="02020603050405020304" charset="0"/>
                <a:cs typeface="Times New Roman" panose="02020603050405020304" charset="0"/>
              </a:rPr>
              <a:t>, </a:t>
            </a:r>
            <a:r>
              <a:rPr lang="zh-CN" altLang="en-US" sz="2800" b="1">
                <a:latin typeface="Times New Roman" panose="02020603050405020304" charset="0"/>
                <a:cs typeface="Times New Roman" panose="02020603050405020304" charset="0"/>
              </a:rPr>
              <a:t>地</a:t>
            </a:r>
            <a:r>
              <a:rPr lang="en-US" altLang="zh-CN" sz="2800" b="1">
                <a:latin typeface="Times New Roman" panose="02020603050405020304" charset="0"/>
                <a:cs typeface="Times New Roman" panose="02020603050405020304" charset="0"/>
              </a:rPr>
              <a:t>, hoặc </a:t>
            </a:r>
            <a:r>
              <a:rPr lang="zh-CN" altLang="en-US" sz="2800" b="1">
                <a:latin typeface="Times New Roman" panose="02020603050405020304" charset="0"/>
                <a:cs typeface="Times New Roman" panose="02020603050405020304" charset="0"/>
              </a:rPr>
              <a:t>得 </a:t>
            </a:r>
            <a:r>
              <a:rPr lang="en-US" altLang="zh-CN" sz="2800" b="1">
                <a:latin typeface="Times New Roman" panose="02020603050405020304" charset="0"/>
                <a:cs typeface="Times New Roman" panose="02020603050405020304" charset="0"/>
              </a:rPr>
              <a:t>vào chỗ trống)</a:t>
            </a:r>
            <a:endParaRPr lang="en-US" altLang="zh-CN" sz="2800" b="1">
              <a:latin typeface="Times New Roman" panose="02020603050405020304" charset="0"/>
              <a:cs typeface="Times New Roman" panose="02020603050405020304" charset="0"/>
            </a:endParaRPr>
          </a:p>
          <a:p>
            <a:pPr>
              <a:lnSpc>
                <a:spcPct val="100000"/>
              </a:lnSpc>
              <a:buAutoNum type="arabicPeriod"/>
            </a:pPr>
            <a:r>
              <a:rPr lang="en-US" altLang="zh-CN" sz="2800">
                <a:latin typeface="Times New Roman" panose="02020603050405020304" charset="0"/>
                <a:cs typeface="Times New Roman" panose="02020603050405020304" charset="0"/>
              </a:rPr>
              <a:t> </a:t>
            </a:r>
            <a:r>
              <a:rPr lang="zh-CN" altLang="en-US" sz="2800">
                <a:latin typeface="Times New Roman" panose="02020603050405020304" charset="0"/>
                <a:cs typeface="Times New Roman" panose="02020603050405020304" charset="0"/>
              </a:rPr>
              <a:t>他高兴</a:t>
            </a:r>
            <a:r>
              <a:rPr lang="en-US" altLang="zh-CN" sz="2800">
                <a:latin typeface="Times New Roman" panose="02020603050405020304" charset="0"/>
                <a:cs typeface="Times New Roman" panose="02020603050405020304" charset="0"/>
              </a:rPr>
              <a:t> _</a:t>
            </a:r>
            <a:r>
              <a:rPr lang="zh-CN" altLang="en-US" sz="2800">
                <a:latin typeface="Times New Roman" panose="02020603050405020304" charset="0"/>
                <a:cs typeface="Times New Roman" panose="02020603050405020304" charset="0"/>
              </a:rPr>
              <a:t>_</a:t>
            </a:r>
            <a:r>
              <a:rPr lang="en-US" altLang="zh-CN" sz="2800">
                <a:latin typeface="Times New Roman" panose="02020603050405020304" charset="0"/>
                <a:cs typeface="Times New Roman" panose="02020603050405020304" charset="0"/>
              </a:rPr>
              <a:t>_  </a:t>
            </a:r>
            <a:r>
              <a:rPr lang="zh-CN" altLang="en-US" sz="2800">
                <a:latin typeface="Times New Roman" panose="02020603050405020304" charset="0"/>
                <a:cs typeface="Times New Roman" panose="02020603050405020304" charset="0"/>
              </a:rPr>
              <a:t>唱起歌来。</a:t>
            </a:r>
            <a:endParaRPr lang="zh-CN" altLang="en-US" sz="2800">
              <a:latin typeface="Times New Roman" panose="02020603050405020304" charset="0"/>
              <a:cs typeface="Times New Roman" panose="02020603050405020304" charset="0"/>
            </a:endParaRPr>
          </a:p>
          <a:p>
            <a:pPr>
              <a:lnSpc>
                <a:spcPct val="100000"/>
              </a:lnSpc>
              <a:buAutoNum type="arabicPeriod"/>
            </a:pPr>
            <a:r>
              <a:rPr lang="en-US" altLang="zh-CN" sz="2800">
                <a:latin typeface="Times New Roman" panose="02020603050405020304" charset="0"/>
                <a:cs typeface="Times New Roman" panose="02020603050405020304" charset="0"/>
              </a:rPr>
              <a:t> </a:t>
            </a:r>
            <a:r>
              <a:rPr lang="zh-CN" altLang="en-US" sz="2800">
                <a:latin typeface="Times New Roman" panose="02020603050405020304" charset="0"/>
                <a:cs typeface="Times New Roman" panose="02020603050405020304" charset="0"/>
              </a:rPr>
              <a:t>姐姐买了一件非常漂亮</a:t>
            </a:r>
            <a:r>
              <a:rPr lang="en-US" altLang="zh-CN" sz="2800">
                <a:latin typeface="Times New Roman" panose="02020603050405020304" charset="0"/>
                <a:cs typeface="Times New Roman" panose="02020603050405020304" charset="0"/>
              </a:rPr>
              <a:t> ___</a:t>
            </a:r>
            <a:r>
              <a:rPr lang="zh-CN" altLang="en-US" sz="2800">
                <a:latin typeface="Times New Roman" panose="02020603050405020304" charset="0"/>
                <a:cs typeface="Times New Roman" panose="02020603050405020304" charset="0"/>
              </a:rPr>
              <a:t>裙子。</a:t>
            </a:r>
            <a:endParaRPr lang="zh-CN" altLang="en-US" sz="2800">
              <a:latin typeface="Times New Roman" panose="02020603050405020304" charset="0"/>
              <a:cs typeface="Times New Roman" panose="02020603050405020304" charset="0"/>
            </a:endParaRPr>
          </a:p>
          <a:p>
            <a:pPr>
              <a:lnSpc>
                <a:spcPct val="100000"/>
              </a:lnSpc>
              <a:buAutoNum type="arabicPeriod"/>
            </a:pPr>
            <a:r>
              <a:rPr lang="en-US" altLang="zh-CN" sz="2800">
                <a:latin typeface="Times New Roman" panose="02020603050405020304" charset="0"/>
                <a:cs typeface="Times New Roman" panose="02020603050405020304" charset="0"/>
              </a:rPr>
              <a:t> </a:t>
            </a:r>
            <a:r>
              <a:rPr lang="zh-CN" altLang="en-US" sz="2800">
                <a:latin typeface="Times New Roman" panose="02020603050405020304" charset="0"/>
                <a:cs typeface="Times New Roman" panose="02020603050405020304" charset="0"/>
              </a:rPr>
              <a:t>老师认真</a:t>
            </a:r>
            <a:r>
              <a:rPr lang="en-US" altLang="zh-CN" sz="2800">
                <a:latin typeface="Times New Roman" panose="02020603050405020304" charset="0"/>
                <a:cs typeface="Times New Roman" panose="02020603050405020304" charset="0"/>
              </a:rPr>
              <a:t> ___ </a:t>
            </a:r>
            <a:r>
              <a:rPr lang="zh-CN" altLang="en-US" sz="2800">
                <a:latin typeface="Times New Roman" panose="02020603050405020304" charset="0"/>
                <a:cs typeface="Times New Roman" panose="02020603050405020304" charset="0"/>
              </a:rPr>
              <a:t>批改作业。</a:t>
            </a:r>
            <a:endParaRPr lang="zh-CN" altLang="en-US" sz="2800">
              <a:latin typeface="Times New Roman" panose="02020603050405020304" charset="0"/>
              <a:cs typeface="Times New Roman" panose="02020603050405020304" charset="0"/>
            </a:endParaRPr>
          </a:p>
          <a:p>
            <a:pPr>
              <a:lnSpc>
                <a:spcPct val="100000"/>
              </a:lnSpc>
              <a:buAutoNum type="arabicPeriod"/>
            </a:pPr>
            <a:r>
              <a:rPr lang="en-US" altLang="zh-CN" sz="2800">
                <a:latin typeface="Times New Roman" panose="02020603050405020304" charset="0"/>
                <a:cs typeface="Times New Roman" panose="02020603050405020304" charset="0"/>
              </a:rPr>
              <a:t> </a:t>
            </a:r>
            <a:r>
              <a:rPr lang="zh-CN" altLang="en-US" sz="2800">
                <a:latin typeface="Times New Roman" panose="02020603050405020304" charset="0"/>
                <a:cs typeface="Times New Roman" panose="02020603050405020304" charset="0"/>
              </a:rPr>
              <a:t>弟弟跑</a:t>
            </a:r>
            <a:r>
              <a:rPr lang="en-US" altLang="zh-CN" sz="2800">
                <a:latin typeface="Times New Roman" panose="02020603050405020304" charset="0"/>
                <a:cs typeface="Times New Roman" panose="02020603050405020304" charset="0"/>
              </a:rPr>
              <a:t> ___ </a:t>
            </a:r>
            <a:r>
              <a:rPr lang="zh-CN" altLang="en-US" sz="2800">
                <a:latin typeface="Times New Roman" panose="02020603050405020304" charset="0"/>
                <a:cs typeface="Times New Roman" panose="02020603050405020304" charset="0"/>
              </a:rPr>
              <a:t>非常快。</a:t>
            </a:r>
            <a:endParaRPr lang="zh-CN" altLang="en-US" sz="2800">
              <a:latin typeface="Times New Roman" panose="02020603050405020304" charset="0"/>
              <a:cs typeface="Times New Roman" panose="02020603050405020304" charset="0"/>
            </a:endParaRPr>
          </a:p>
          <a:p>
            <a:pPr>
              <a:lnSpc>
                <a:spcPct val="100000"/>
              </a:lnSpc>
              <a:buAutoNum type="arabicPeriod"/>
            </a:pPr>
            <a:r>
              <a:rPr lang="en-US" altLang="zh-CN" sz="2800">
                <a:latin typeface="Times New Roman" panose="02020603050405020304" charset="0"/>
                <a:cs typeface="Times New Roman" panose="02020603050405020304" charset="0"/>
              </a:rPr>
              <a:t> </a:t>
            </a:r>
            <a:r>
              <a:rPr lang="zh-CN" altLang="en-US" sz="2800">
                <a:latin typeface="Times New Roman" panose="02020603050405020304" charset="0"/>
                <a:cs typeface="Times New Roman" panose="02020603050405020304" charset="0"/>
              </a:rPr>
              <a:t>这是一本很有意思</a:t>
            </a:r>
            <a:r>
              <a:rPr lang="en-US" altLang="zh-CN" sz="2800">
                <a:latin typeface="Times New Roman" panose="02020603050405020304" charset="0"/>
                <a:cs typeface="Times New Roman" panose="02020603050405020304" charset="0"/>
              </a:rPr>
              <a:t> ___</a:t>
            </a:r>
            <a:r>
              <a:rPr lang="zh-CN" altLang="en-US" sz="2800">
                <a:latin typeface="Times New Roman" panose="02020603050405020304" charset="0"/>
                <a:cs typeface="Times New Roman" panose="02020603050405020304" charset="0"/>
              </a:rPr>
              <a:t>书。</a:t>
            </a:r>
            <a:endParaRPr lang="zh-CN" altLang="en-US" sz="2800">
              <a:latin typeface="Times New Roman" panose="02020603050405020304" charset="0"/>
              <a:cs typeface="Times New Roman" panose="02020603050405020304" charset="0"/>
            </a:endParaRPr>
          </a:p>
          <a:p>
            <a:pPr>
              <a:lnSpc>
                <a:spcPct val="100000"/>
              </a:lnSpc>
              <a:buAutoNum type="arabicPeriod"/>
            </a:pPr>
            <a:r>
              <a:rPr lang="en-US" altLang="zh-CN" sz="2800">
                <a:latin typeface="Times New Roman" panose="02020603050405020304" charset="0"/>
                <a:cs typeface="Times New Roman" panose="02020603050405020304" charset="0"/>
              </a:rPr>
              <a:t> </a:t>
            </a:r>
            <a:r>
              <a:rPr lang="zh-CN" altLang="en-US" sz="2800">
                <a:latin typeface="Times New Roman" panose="02020603050405020304" charset="0"/>
                <a:cs typeface="Times New Roman" panose="02020603050405020304" charset="0"/>
              </a:rPr>
              <a:t>外面下</a:t>
            </a:r>
            <a:r>
              <a:rPr lang="en-US" altLang="zh-CN" sz="2800">
                <a:latin typeface="Times New Roman" panose="02020603050405020304" charset="0"/>
                <a:cs typeface="Times New Roman" panose="02020603050405020304" charset="0"/>
              </a:rPr>
              <a:t>___</a:t>
            </a:r>
            <a:r>
              <a:rPr lang="zh-CN" altLang="en-US" sz="2800">
                <a:latin typeface="Times New Roman" panose="02020603050405020304" charset="0"/>
                <a:cs typeface="Times New Roman" panose="02020603050405020304" charset="0"/>
              </a:rPr>
              <a:t>很大雨。</a:t>
            </a:r>
            <a:endParaRPr lang="zh-CN" altLang="en-US" sz="2800">
              <a:latin typeface="Times New Roman" panose="02020603050405020304" charset="0"/>
              <a:cs typeface="Times New Roman" panose="02020603050405020304" charset="0"/>
            </a:endParaRPr>
          </a:p>
          <a:p>
            <a:pPr>
              <a:lnSpc>
                <a:spcPct val="100000"/>
              </a:lnSpc>
              <a:buAutoNum type="arabicPeriod"/>
            </a:pPr>
            <a:r>
              <a:rPr lang="en-US" altLang="zh-CN" sz="2800">
                <a:latin typeface="Times New Roman" panose="02020603050405020304" charset="0"/>
                <a:cs typeface="Times New Roman" panose="02020603050405020304" charset="0"/>
              </a:rPr>
              <a:t> </a:t>
            </a:r>
            <a:r>
              <a:rPr lang="zh-CN" altLang="en-US" sz="2800">
                <a:latin typeface="Times New Roman" panose="02020603050405020304" charset="0"/>
                <a:cs typeface="Times New Roman" panose="02020603050405020304" charset="0"/>
              </a:rPr>
              <a:t>我们要努力</a:t>
            </a:r>
            <a:r>
              <a:rPr lang="en-US" altLang="zh-CN" sz="2800">
                <a:latin typeface="Times New Roman" panose="02020603050405020304" charset="0"/>
                <a:cs typeface="Times New Roman" panose="02020603050405020304" charset="0"/>
              </a:rPr>
              <a:t>___</a:t>
            </a:r>
            <a:r>
              <a:rPr lang="zh-CN" altLang="en-US" sz="2800">
                <a:latin typeface="Times New Roman" panose="02020603050405020304" charset="0"/>
                <a:cs typeface="Times New Roman" panose="02020603050405020304" charset="0"/>
              </a:rPr>
              <a:t>学习。</a:t>
            </a:r>
            <a:endParaRPr lang="zh-CN" altLang="en-US" sz="2800">
              <a:latin typeface="Times New Roman" panose="02020603050405020304" charset="0"/>
              <a:cs typeface="Times New Roman" panose="02020603050405020304" charset="0"/>
            </a:endParaRPr>
          </a:p>
          <a:p>
            <a:pPr>
              <a:lnSpc>
                <a:spcPct val="100000"/>
              </a:lnSpc>
              <a:buAutoNum type="arabicPeriod"/>
            </a:pPr>
            <a:r>
              <a:rPr lang="en-US" altLang="zh-CN" sz="2800">
                <a:latin typeface="Times New Roman" panose="02020603050405020304" charset="0"/>
                <a:cs typeface="Times New Roman" panose="02020603050405020304" charset="0"/>
              </a:rPr>
              <a:t> </a:t>
            </a:r>
            <a:r>
              <a:rPr lang="zh-CN" altLang="en-US" sz="2800">
                <a:latin typeface="Times New Roman" panose="02020603050405020304" charset="0"/>
                <a:cs typeface="Times New Roman" panose="02020603050405020304" charset="0"/>
              </a:rPr>
              <a:t>妈妈做</a:t>
            </a:r>
            <a:r>
              <a:rPr lang="en-US" altLang="zh-CN" sz="2800">
                <a:latin typeface="Times New Roman" panose="02020603050405020304" charset="0"/>
                <a:cs typeface="Times New Roman" panose="02020603050405020304" charset="0"/>
              </a:rPr>
              <a:t>___</a:t>
            </a:r>
            <a:r>
              <a:rPr lang="zh-CN" altLang="en-US" sz="2800">
                <a:latin typeface="Times New Roman" panose="02020603050405020304" charset="0"/>
                <a:cs typeface="Times New Roman" panose="02020603050405020304" charset="0"/>
              </a:rPr>
              <a:t>菜很好吃。</a:t>
            </a:r>
            <a:endParaRPr lang="zh-CN" altLang="en-US" sz="2800">
              <a:latin typeface="Times New Roman" panose="02020603050405020304" charset="0"/>
              <a:cs typeface="Times New Roman" panose="02020603050405020304" charset="0"/>
            </a:endParaRPr>
          </a:p>
          <a:p>
            <a:pPr>
              <a:lnSpc>
                <a:spcPct val="100000"/>
              </a:lnSpc>
              <a:buAutoNum type="arabicPeriod"/>
            </a:pPr>
            <a:r>
              <a:rPr lang="en-US" altLang="zh-CN" sz="2800">
                <a:latin typeface="Times New Roman" panose="02020603050405020304" charset="0"/>
                <a:cs typeface="Times New Roman" panose="02020603050405020304" charset="0"/>
              </a:rPr>
              <a:t> </a:t>
            </a:r>
            <a:r>
              <a:rPr lang="zh-CN" altLang="en-US" sz="2800">
                <a:latin typeface="Times New Roman" panose="02020603050405020304" charset="0"/>
                <a:cs typeface="Times New Roman" panose="02020603050405020304" charset="0"/>
              </a:rPr>
              <a:t>窗外吹来一阵凉爽</a:t>
            </a:r>
            <a:r>
              <a:rPr lang="en-US" altLang="zh-CN" sz="2800">
                <a:latin typeface="Times New Roman" panose="02020603050405020304" charset="0"/>
                <a:cs typeface="Times New Roman" panose="02020603050405020304" charset="0"/>
              </a:rPr>
              <a:t>___</a:t>
            </a:r>
            <a:r>
              <a:rPr lang="zh-CN" altLang="en-US" sz="2800">
                <a:latin typeface="Times New Roman" panose="02020603050405020304" charset="0"/>
                <a:cs typeface="Times New Roman" panose="02020603050405020304" charset="0"/>
              </a:rPr>
              <a:t>风。</a:t>
            </a:r>
            <a:endParaRPr lang="zh-CN" altLang="en-US" sz="2800">
              <a:latin typeface="Times New Roman" panose="02020603050405020304" charset="0"/>
              <a:cs typeface="Times New Roman" panose="02020603050405020304" charset="0"/>
            </a:endParaRPr>
          </a:p>
          <a:p>
            <a:pPr>
              <a:lnSpc>
                <a:spcPct val="100000"/>
              </a:lnSpc>
              <a:buAutoNum type="arabicPeriod"/>
            </a:pPr>
            <a:r>
              <a:rPr lang="en-US" altLang="zh-CN" sz="2800">
                <a:latin typeface="Times New Roman" panose="02020603050405020304" charset="0"/>
                <a:cs typeface="Times New Roman" panose="02020603050405020304" charset="0"/>
              </a:rPr>
              <a:t> </a:t>
            </a:r>
            <a:r>
              <a:rPr lang="zh-CN" altLang="en-US" sz="2800">
                <a:latin typeface="Times New Roman" panose="02020603050405020304" charset="0"/>
                <a:cs typeface="Times New Roman" panose="02020603050405020304" charset="0"/>
              </a:rPr>
              <a:t>大家安静</a:t>
            </a:r>
            <a:r>
              <a:rPr lang="en-US" altLang="zh-CN" sz="2800">
                <a:latin typeface="Times New Roman" panose="02020603050405020304" charset="0"/>
                <a:cs typeface="Times New Roman" panose="02020603050405020304" charset="0"/>
              </a:rPr>
              <a:t>___</a:t>
            </a:r>
            <a:r>
              <a:rPr lang="zh-CN" altLang="en-US" sz="2800">
                <a:latin typeface="Times New Roman" panose="02020603050405020304" charset="0"/>
                <a:cs typeface="Times New Roman" panose="02020603050405020304" charset="0"/>
              </a:rPr>
              <a:t>听老师讲课</a:t>
            </a:r>
            <a:r>
              <a:rPr lang="zh-CN" altLang="en-US" sz="2800" i="1">
                <a:latin typeface="Times New Roman" panose="02020603050405020304" charset="0"/>
                <a:cs typeface="Times New Roman" panose="02020603050405020304" charset="0"/>
              </a:rPr>
              <a:t>。</a:t>
            </a:r>
            <a:endParaRPr lang="en-US" altLang="zh-CN" sz="2800">
              <a:latin typeface="Times New Roman" panose="02020603050405020304" charset="0"/>
              <a:cs typeface="Times New Roman" panose="02020603050405020304" charset="0"/>
            </a:endParaRPr>
          </a:p>
        </p:txBody>
      </p:sp>
      <p:sp>
        <p:nvSpPr>
          <p:cNvPr id="2" name="Text Box 1"/>
          <p:cNvSpPr txBox="1"/>
          <p:nvPr/>
        </p:nvSpPr>
        <p:spPr>
          <a:xfrm>
            <a:off x="2567940" y="1484630"/>
            <a:ext cx="521335" cy="438150"/>
          </a:xfrm>
          <a:prstGeom prst="rect">
            <a:avLst/>
          </a:prstGeom>
          <a:noFill/>
        </p:spPr>
        <p:txBody>
          <a:bodyPr wrap="square" rtlCol="0">
            <a:noAutofit/>
          </a:bodyPr>
          <a:p>
            <a:r>
              <a:rPr lang="zh-CN" altLang="en-US" sz="2800">
                <a:solidFill>
                  <a:srgbClr val="FF0000"/>
                </a:solidFill>
                <a:latin typeface="Times New Roman" panose="02020603050405020304" charset="0"/>
              </a:rPr>
              <a:t>地</a:t>
            </a:r>
            <a:endParaRPr lang="zh-CN" altLang="en-US" sz="2800">
              <a:solidFill>
                <a:srgbClr val="FF0000"/>
              </a:solidFill>
              <a:latin typeface="Times New Roman" panose="02020603050405020304" charset="0"/>
            </a:endParaRPr>
          </a:p>
        </p:txBody>
      </p:sp>
      <p:sp>
        <p:nvSpPr>
          <p:cNvPr id="3" name="Text Box 2"/>
          <p:cNvSpPr txBox="1"/>
          <p:nvPr/>
        </p:nvSpPr>
        <p:spPr>
          <a:xfrm>
            <a:off x="5015865" y="1844675"/>
            <a:ext cx="521335" cy="438150"/>
          </a:xfrm>
          <a:prstGeom prst="rect">
            <a:avLst/>
          </a:prstGeom>
          <a:noFill/>
        </p:spPr>
        <p:txBody>
          <a:bodyPr wrap="square" rtlCol="0">
            <a:noAutofit/>
          </a:bodyPr>
          <a:p>
            <a:r>
              <a:rPr lang="zh-CN" altLang="en-US" sz="2800">
                <a:solidFill>
                  <a:srgbClr val="FF0000"/>
                </a:solidFill>
                <a:latin typeface="Times New Roman" panose="02020603050405020304" charset="0"/>
                <a:ea typeface="SimSun" panose="02010600030101010101" pitchFamily="2" charset="-122"/>
              </a:rPr>
              <a:t>的</a:t>
            </a:r>
            <a:endParaRPr lang="zh-CN" altLang="en-US" sz="2800">
              <a:solidFill>
                <a:srgbClr val="FF0000"/>
              </a:solidFill>
              <a:latin typeface="Times New Roman" panose="02020603050405020304" charset="0"/>
              <a:ea typeface="SimSun" panose="02010600030101010101" pitchFamily="2" charset="-122"/>
            </a:endParaRPr>
          </a:p>
        </p:txBody>
      </p:sp>
      <p:sp>
        <p:nvSpPr>
          <p:cNvPr id="4" name="Text Box 3"/>
          <p:cNvSpPr txBox="1"/>
          <p:nvPr/>
        </p:nvSpPr>
        <p:spPr>
          <a:xfrm>
            <a:off x="2927985" y="2348865"/>
            <a:ext cx="521335" cy="438150"/>
          </a:xfrm>
          <a:prstGeom prst="rect">
            <a:avLst/>
          </a:prstGeom>
          <a:noFill/>
        </p:spPr>
        <p:txBody>
          <a:bodyPr wrap="square" rtlCol="0">
            <a:noAutofit/>
          </a:bodyPr>
          <a:p>
            <a:r>
              <a:rPr lang="zh-CN" altLang="en-US" sz="2800">
                <a:solidFill>
                  <a:srgbClr val="FF0000"/>
                </a:solidFill>
                <a:latin typeface="Times New Roman" panose="02020603050405020304" charset="0"/>
              </a:rPr>
              <a:t>地</a:t>
            </a:r>
            <a:endParaRPr lang="zh-CN" altLang="en-US" sz="2800">
              <a:solidFill>
                <a:srgbClr val="FF0000"/>
              </a:solidFill>
              <a:latin typeface="Times New Roman" panose="02020603050405020304" charset="0"/>
            </a:endParaRPr>
          </a:p>
        </p:txBody>
      </p:sp>
      <p:sp>
        <p:nvSpPr>
          <p:cNvPr id="5" name="Text Box 4"/>
          <p:cNvSpPr txBox="1"/>
          <p:nvPr/>
        </p:nvSpPr>
        <p:spPr>
          <a:xfrm>
            <a:off x="2495550" y="2780665"/>
            <a:ext cx="521335" cy="438150"/>
          </a:xfrm>
          <a:prstGeom prst="rect">
            <a:avLst/>
          </a:prstGeom>
          <a:noFill/>
        </p:spPr>
        <p:txBody>
          <a:bodyPr wrap="square" rtlCol="0">
            <a:noAutofit/>
          </a:bodyPr>
          <a:p>
            <a:r>
              <a:rPr lang="zh-CN" altLang="en-US" sz="2800">
                <a:solidFill>
                  <a:srgbClr val="FF0000"/>
                </a:solidFill>
                <a:latin typeface="Times New Roman" panose="02020603050405020304" charset="0"/>
              </a:rPr>
              <a:t>得</a:t>
            </a:r>
            <a:endParaRPr lang="zh-CN" altLang="en-US" sz="2800">
              <a:solidFill>
                <a:srgbClr val="FF0000"/>
              </a:solidFill>
              <a:latin typeface="Times New Roman" panose="02020603050405020304" charset="0"/>
            </a:endParaRPr>
          </a:p>
        </p:txBody>
      </p:sp>
      <p:sp>
        <p:nvSpPr>
          <p:cNvPr id="6" name="Text Box 5"/>
          <p:cNvSpPr txBox="1"/>
          <p:nvPr/>
        </p:nvSpPr>
        <p:spPr>
          <a:xfrm>
            <a:off x="4295775" y="3140710"/>
            <a:ext cx="521335" cy="438150"/>
          </a:xfrm>
          <a:prstGeom prst="rect">
            <a:avLst/>
          </a:prstGeom>
          <a:noFill/>
        </p:spPr>
        <p:txBody>
          <a:bodyPr wrap="square" rtlCol="0">
            <a:noAutofit/>
          </a:bodyPr>
          <a:p>
            <a:r>
              <a:rPr lang="zh-CN" altLang="en-US" sz="2800">
                <a:solidFill>
                  <a:srgbClr val="FF0000"/>
                </a:solidFill>
                <a:latin typeface="Times New Roman" panose="02020603050405020304" charset="0"/>
                <a:ea typeface="SimSun" panose="02010600030101010101" pitchFamily="2" charset="-122"/>
              </a:rPr>
              <a:t>的</a:t>
            </a:r>
            <a:endParaRPr lang="zh-CN" altLang="en-US" sz="2800">
              <a:solidFill>
                <a:srgbClr val="FF0000"/>
              </a:solidFill>
              <a:latin typeface="Times New Roman" panose="02020603050405020304" charset="0"/>
              <a:ea typeface="SimSun" panose="02010600030101010101" pitchFamily="2" charset="-122"/>
            </a:endParaRPr>
          </a:p>
        </p:txBody>
      </p:sp>
      <p:sp>
        <p:nvSpPr>
          <p:cNvPr id="7" name="Text Box 6"/>
          <p:cNvSpPr txBox="1"/>
          <p:nvPr/>
        </p:nvSpPr>
        <p:spPr>
          <a:xfrm>
            <a:off x="2423795" y="3578860"/>
            <a:ext cx="521335" cy="438150"/>
          </a:xfrm>
          <a:prstGeom prst="rect">
            <a:avLst/>
          </a:prstGeom>
          <a:noFill/>
        </p:spPr>
        <p:txBody>
          <a:bodyPr wrap="square" rtlCol="0">
            <a:noAutofit/>
          </a:bodyPr>
          <a:p>
            <a:r>
              <a:rPr lang="zh-CN" altLang="en-US" sz="2800">
                <a:solidFill>
                  <a:srgbClr val="FF0000"/>
                </a:solidFill>
                <a:latin typeface="Times New Roman" panose="02020603050405020304" charset="0"/>
              </a:rPr>
              <a:t>得</a:t>
            </a:r>
            <a:endParaRPr lang="zh-CN" altLang="en-US" sz="2800">
              <a:solidFill>
                <a:srgbClr val="FF0000"/>
              </a:solidFill>
              <a:latin typeface="Times New Roman" panose="02020603050405020304" charset="0"/>
            </a:endParaRPr>
          </a:p>
        </p:txBody>
      </p:sp>
      <p:sp>
        <p:nvSpPr>
          <p:cNvPr id="8" name="Text Box 7"/>
          <p:cNvSpPr txBox="1"/>
          <p:nvPr/>
        </p:nvSpPr>
        <p:spPr>
          <a:xfrm>
            <a:off x="3143885" y="4017010"/>
            <a:ext cx="521335" cy="438150"/>
          </a:xfrm>
          <a:prstGeom prst="rect">
            <a:avLst/>
          </a:prstGeom>
          <a:noFill/>
        </p:spPr>
        <p:txBody>
          <a:bodyPr wrap="square" rtlCol="0">
            <a:noAutofit/>
          </a:bodyPr>
          <a:p>
            <a:r>
              <a:rPr lang="zh-CN" altLang="en-US" sz="2800">
                <a:solidFill>
                  <a:srgbClr val="FF0000"/>
                </a:solidFill>
                <a:latin typeface="Times New Roman" panose="02020603050405020304" charset="0"/>
              </a:rPr>
              <a:t>地</a:t>
            </a:r>
            <a:endParaRPr lang="zh-CN" altLang="en-US" sz="2800">
              <a:solidFill>
                <a:srgbClr val="FF0000"/>
              </a:solidFill>
              <a:latin typeface="Times New Roman" panose="02020603050405020304" charset="0"/>
            </a:endParaRPr>
          </a:p>
        </p:txBody>
      </p:sp>
      <p:sp>
        <p:nvSpPr>
          <p:cNvPr id="9" name="Text Box 8"/>
          <p:cNvSpPr txBox="1"/>
          <p:nvPr/>
        </p:nvSpPr>
        <p:spPr>
          <a:xfrm>
            <a:off x="2423795" y="4455160"/>
            <a:ext cx="521335" cy="438150"/>
          </a:xfrm>
          <a:prstGeom prst="rect">
            <a:avLst/>
          </a:prstGeom>
          <a:noFill/>
        </p:spPr>
        <p:txBody>
          <a:bodyPr wrap="square" rtlCol="0">
            <a:noAutofit/>
          </a:bodyPr>
          <a:p>
            <a:r>
              <a:rPr lang="zh-CN" altLang="en-US" sz="2800">
                <a:solidFill>
                  <a:srgbClr val="FF0000"/>
                </a:solidFill>
                <a:latin typeface="Times New Roman" panose="02020603050405020304" charset="0"/>
                <a:ea typeface="SimSun" panose="02010600030101010101" pitchFamily="2" charset="-122"/>
              </a:rPr>
              <a:t>的</a:t>
            </a:r>
            <a:endParaRPr lang="zh-CN" altLang="en-US" sz="2800">
              <a:solidFill>
                <a:srgbClr val="FF0000"/>
              </a:solidFill>
              <a:latin typeface="Times New Roman" panose="02020603050405020304" charset="0"/>
              <a:ea typeface="SimSun" panose="02010600030101010101" pitchFamily="2" charset="-122"/>
            </a:endParaRPr>
          </a:p>
        </p:txBody>
      </p:sp>
      <p:sp>
        <p:nvSpPr>
          <p:cNvPr id="10" name="Text Box 9"/>
          <p:cNvSpPr txBox="1"/>
          <p:nvPr/>
        </p:nvSpPr>
        <p:spPr>
          <a:xfrm>
            <a:off x="4224020" y="4869180"/>
            <a:ext cx="521335" cy="438150"/>
          </a:xfrm>
          <a:prstGeom prst="rect">
            <a:avLst/>
          </a:prstGeom>
          <a:noFill/>
        </p:spPr>
        <p:txBody>
          <a:bodyPr wrap="square" rtlCol="0">
            <a:noAutofit/>
          </a:bodyPr>
          <a:p>
            <a:r>
              <a:rPr lang="zh-CN" altLang="en-US" sz="2800">
                <a:solidFill>
                  <a:srgbClr val="FF0000"/>
                </a:solidFill>
                <a:latin typeface="Times New Roman" panose="02020603050405020304" charset="0"/>
                <a:ea typeface="SimSun" panose="02010600030101010101" pitchFamily="2" charset="-122"/>
              </a:rPr>
              <a:t>的</a:t>
            </a:r>
            <a:endParaRPr lang="zh-CN" altLang="en-US" sz="2800">
              <a:solidFill>
                <a:srgbClr val="FF0000"/>
              </a:solidFill>
              <a:latin typeface="Times New Roman" panose="02020603050405020304" charset="0"/>
              <a:ea typeface="SimSun" panose="02010600030101010101" pitchFamily="2" charset="-122"/>
            </a:endParaRPr>
          </a:p>
        </p:txBody>
      </p:sp>
      <p:sp>
        <p:nvSpPr>
          <p:cNvPr id="11" name="Text Box 10"/>
          <p:cNvSpPr txBox="1"/>
          <p:nvPr/>
        </p:nvSpPr>
        <p:spPr>
          <a:xfrm>
            <a:off x="2945130" y="5373370"/>
            <a:ext cx="521335" cy="438150"/>
          </a:xfrm>
          <a:prstGeom prst="rect">
            <a:avLst/>
          </a:prstGeom>
          <a:noFill/>
        </p:spPr>
        <p:txBody>
          <a:bodyPr wrap="square" rtlCol="0">
            <a:noAutofit/>
          </a:bodyPr>
          <a:p>
            <a:r>
              <a:rPr lang="zh-CN" altLang="en-US" sz="2800">
                <a:solidFill>
                  <a:srgbClr val="FF0000"/>
                </a:solidFill>
                <a:latin typeface="Times New Roman" panose="02020603050405020304" charset="0"/>
              </a:rPr>
              <a:t>地</a:t>
            </a:r>
            <a:endParaRPr lang="zh-CN" altLang="en-US" sz="2800">
              <a:solidFill>
                <a:srgbClr val="FF0000"/>
              </a:solidFill>
              <a:latin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linds(horizontal)">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linds(horizontal)">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blinds(horizontal)">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blinds(horizontal)">
                                      <p:cBhvr>
                                        <p:cTn id="47" dur="5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blinds(horizontal)">
                                      <p:cBhvr>
                                        <p:cTn id="5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P spid="5" grpId="0"/>
      <p:bldP spid="5" grpId="1"/>
      <p:bldP spid="6" grpId="0"/>
      <p:bldP spid="6" grpId="1"/>
      <p:bldP spid="7" grpId="0"/>
      <p:bldP spid="7" grpId="1"/>
      <p:bldP spid="8" grpId="0"/>
      <p:bldP spid="8" grpId="1"/>
      <p:bldP spid="9" grpId="0"/>
      <p:bldP spid="9" grpId="1"/>
      <p:bldP spid="10" grpId="0"/>
      <p:bldP spid="10" grpId="1"/>
      <p:bldP spid="11" grpId="0"/>
      <p:bldP spid="11" grpId="1"/>
    </p:bldLst>
  </p:timing>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747" name="Shape 747"/>
        <p:cNvGrpSpPr/>
        <p:nvPr/>
      </p:nvGrpSpPr>
      <p:grpSpPr>
        <a:xfrm>
          <a:off x="0" y="0"/>
          <a:ext cx="0" cy="0"/>
          <a:chOff x="0" y="0"/>
          <a:chExt cx="0" cy="0"/>
        </a:xfrm>
      </p:grpSpPr>
      <p:sp>
        <p:nvSpPr>
          <p:cNvPr id="754" name="Google Shape;754;p48"/>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graphicFrame>
        <p:nvGraphicFramePr>
          <p:cNvPr id="12" name="Table 11"/>
          <p:cNvGraphicFramePr/>
          <p:nvPr/>
        </p:nvGraphicFramePr>
        <p:xfrm>
          <a:off x="817245" y="863600"/>
          <a:ext cx="10485120" cy="5379720"/>
        </p:xfrm>
        <a:graphic>
          <a:graphicData uri="http://schemas.openxmlformats.org/drawingml/2006/table">
            <a:tbl>
              <a:tblPr/>
              <a:tblGrid>
                <a:gridCol w="1172210"/>
                <a:gridCol w="1157605"/>
                <a:gridCol w="5182235"/>
                <a:gridCol w="2973070"/>
              </a:tblGrid>
              <a:tr h="0">
                <a:tc>
                  <a:txBody>
                    <a:bodyPr/>
                    <a:p>
                      <a:pPr marL="0" indent="0" algn="ctr">
                        <a:spcBef>
                          <a:spcPct val="0"/>
                        </a:spcBef>
                        <a:spcAft>
                          <a:spcPct val="0"/>
                        </a:spcAft>
                      </a:pPr>
                      <a:r>
                        <a:rPr lang="en-US" altLang="zh-CN" sz="2200" b="1">
                          <a:latin typeface="Times New Roman" panose="02020603050405020304" charset="0"/>
                          <a:ea typeface="Google Sans Text"/>
                          <a:cs typeface="Times New Roman" panose="02020603050405020304" charset="0"/>
                        </a:rPr>
                        <a:t>Chữ Hán</a:t>
                      </a:r>
                      <a:endParaRPr lang="en-US" altLang="zh-CN" sz="2200" b="1">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solidFill>
                      <a:schemeClr val="accent3">
                        <a:lumMod val="20000"/>
                        <a:lumOff val="80000"/>
                      </a:schemeClr>
                    </a:solidFill>
                  </a:tcPr>
                </a:tc>
                <a:tc>
                  <a:txBody>
                    <a:bodyPr/>
                    <a:p>
                      <a:pPr marL="0" indent="0" algn="ctr">
                        <a:spcBef>
                          <a:spcPct val="0"/>
                        </a:spcBef>
                        <a:spcAft>
                          <a:spcPct val="0"/>
                        </a:spcAft>
                      </a:pPr>
                      <a:r>
                        <a:rPr lang="en-US" altLang="zh-CN" sz="2200" b="1">
                          <a:latin typeface="Times New Roman" panose="02020603050405020304" charset="0"/>
                          <a:ea typeface="Google Sans Text"/>
                          <a:cs typeface="Times New Roman" panose="02020603050405020304" charset="0"/>
                        </a:rPr>
                        <a:t>Pinyin </a:t>
                      </a:r>
                      <a:endParaRPr lang="en-US" altLang="zh-CN" sz="2200" b="1">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solidFill>
                      <a:schemeClr val="accent3">
                        <a:lumMod val="20000"/>
                        <a:lumOff val="80000"/>
                      </a:schemeClr>
                    </a:solidFill>
                  </a:tcPr>
                </a:tc>
                <a:tc>
                  <a:txBody>
                    <a:bodyPr/>
                    <a:p>
                      <a:pPr marL="0" indent="0" algn="ctr">
                        <a:spcBef>
                          <a:spcPct val="0"/>
                        </a:spcBef>
                        <a:spcAft>
                          <a:spcPct val="0"/>
                        </a:spcAft>
                      </a:pPr>
                      <a:r>
                        <a:rPr lang="en-US" altLang="zh-CN" sz="2200" b="1">
                          <a:latin typeface="Times New Roman" panose="02020603050405020304" charset="0"/>
                          <a:ea typeface="Google Sans Text"/>
                          <a:cs typeface="Times New Roman" panose="02020603050405020304" charset="0"/>
                        </a:rPr>
                        <a:t>Ngữ cảnh / Chức năng chính</a:t>
                      </a:r>
                      <a:endParaRPr lang="en-US" altLang="zh-CN" sz="2200" b="1">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solidFill>
                      <a:schemeClr val="accent3">
                        <a:lumMod val="20000"/>
                        <a:lumOff val="80000"/>
                      </a:schemeClr>
                    </a:solidFill>
                  </a:tcPr>
                </a:tc>
                <a:tc>
                  <a:txBody>
                    <a:bodyPr/>
                    <a:p>
                      <a:pPr marL="0" indent="0" algn="ctr">
                        <a:spcBef>
                          <a:spcPct val="0"/>
                        </a:spcBef>
                        <a:spcAft>
                          <a:spcPct val="0"/>
                        </a:spcAft>
                      </a:pPr>
                      <a:r>
                        <a:rPr lang="en-US" altLang="zh-CN" sz="2200" b="1">
                          <a:latin typeface="Times New Roman" panose="02020603050405020304" charset="0"/>
                          <a:ea typeface="Google Sans Text"/>
                          <a:cs typeface="Times New Roman" panose="02020603050405020304" charset="0"/>
                        </a:rPr>
                        <a:t>Ví dụ </a:t>
                      </a:r>
                      <a:endParaRPr lang="en-US" altLang="zh-CN" sz="2200" b="1">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solidFill>
                      <a:schemeClr val="accent3">
                        <a:lumMod val="20000"/>
                        <a:lumOff val="80000"/>
                      </a:schemeClr>
                    </a:solidFill>
                  </a:tcPr>
                </a:tc>
              </a:tr>
              <a:tr h="0">
                <a:tc>
                  <a:txBody>
                    <a:bodyPr/>
                    <a:p>
                      <a:pPr marL="0" indent="0" algn="ctr">
                        <a:spcBef>
                          <a:spcPct val="0"/>
                        </a:spcBef>
                      </a:pPr>
                      <a:r>
                        <a:rPr lang="zh-CN" altLang="en-US" sz="2200" b="1">
                          <a:latin typeface="Times New Roman" panose="02020603050405020304" charset="0"/>
                          <a:ea typeface="Google Sans Text"/>
                        </a:rPr>
                        <a:t>的</a:t>
                      </a:r>
                      <a:endParaRPr lang="zh-CN" altLang="en-US" sz="2200" b="1">
                        <a:latin typeface="Times New Roman" panose="02020603050405020304" charset="0"/>
                        <a:ea typeface="Google Sans Text"/>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spcBef>
                          <a:spcPct val="0"/>
                        </a:spcBef>
                      </a:pPr>
                      <a:r>
                        <a:rPr lang="en-US" altLang="zh-CN" sz="2200" b="1">
                          <a:latin typeface="Times New Roman" panose="02020603050405020304" charset="0"/>
                          <a:ea typeface="Google Sans Text"/>
                          <a:cs typeface="Times New Roman" panose="02020603050405020304" charset="0"/>
                        </a:rPr>
                        <a:t>de</a:t>
                      </a:r>
                      <a:endParaRPr lang="en-US" altLang="zh-CN" sz="2200" b="1">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spcBef>
                          <a:spcPct val="0"/>
                        </a:spcBef>
                      </a:pPr>
                      <a:r>
                        <a:rPr lang="en-US" altLang="zh-CN" sz="2200">
                          <a:latin typeface="Times New Roman" panose="02020603050405020304" charset="0"/>
                          <a:ea typeface="Google Sans Text"/>
                          <a:cs typeface="Times New Roman" panose="02020603050405020304" charset="0"/>
                        </a:rPr>
                        <a:t>Trợ từ sở hữu, bổ nghĩa (đứng trước danh từ)</a:t>
                      </a:r>
                      <a:endParaRPr lang="en-US" altLang="zh-CN" sz="2200">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spcBef>
                          <a:spcPct val="0"/>
                        </a:spcBef>
                      </a:pPr>
                      <a:r>
                        <a:rPr lang="zh-CN" altLang="en-US" sz="2200">
                          <a:latin typeface="Times New Roman" panose="02020603050405020304" charset="0"/>
                          <a:ea typeface="Google Sans Text"/>
                          <a:cs typeface="Times New Roman" panose="02020603050405020304" charset="0"/>
                        </a:rPr>
                        <a:t>我的书 </a:t>
                      </a:r>
                      <a:r>
                        <a:rPr lang="en-US" altLang="zh-CN" sz="2200">
                          <a:latin typeface="Times New Roman" panose="02020603050405020304" charset="0"/>
                          <a:ea typeface="Google Sans Text"/>
                          <a:cs typeface="Times New Roman" panose="02020603050405020304" charset="0"/>
                        </a:rPr>
                        <a:t>(Sách của tôi)</a:t>
                      </a:r>
                      <a:endParaRPr lang="en-US" altLang="zh-CN" sz="2200">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r>
              <a:tr h="0">
                <a:tc>
                  <a:txBody>
                    <a:bodyPr/>
                    <a:p>
                      <a:pPr marL="0" indent="0" algn="ctr">
                        <a:spcBef>
                          <a:spcPct val="0"/>
                        </a:spcBef>
                      </a:pPr>
                      <a:endParaRPr sz="2200" b="1">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spcBef>
                          <a:spcPct val="0"/>
                        </a:spcBef>
                      </a:pPr>
                      <a:r>
                        <a:rPr lang="en-US" altLang="zh-CN" sz="2200" b="1">
                          <a:latin typeface="Times New Roman" panose="02020603050405020304" charset="0"/>
                          <a:ea typeface="Google Sans Text"/>
                          <a:cs typeface="Times New Roman" panose="02020603050405020304" charset="0"/>
                        </a:rPr>
                        <a:t>dí</a:t>
                      </a:r>
                      <a:endParaRPr lang="en-US" altLang="zh-CN" sz="2200" b="1">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spcBef>
                          <a:spcPct val="0"/>
                        </a:spcBef>
                      </a:pPr>
                      <a:r>
                        <a:rPr lang="en-US" altLang="zh-CN" sz="2200">
                          <a:latin typeface="Times New Roman" panose="02020603050405020304" charset="0"/>
                          <a:ea typeface="Google Sans Text"/>
                          <a:cs typeface="Times New Roman" panose="02020603050405020304" charset="0"/>
                        </a:rPr>
                        <a:t>Dùng trong từ chỉ sự chính xác</a:t>
                      </a:r>
                      <a:endParaRPr lang="en-US" altLang="zh-CN" sz="2200">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spcBef>
                          <a:spcPct val="0"/>
                        </a:spcBef>
                      </a:pPr>
                      <a:r>
                        <a:rPr lang="zh-CN" altLang="en-US" sz="2200">
                          <a:latin typeface="Times New Roman" panose="02020603050405020304" charset="0"/>
                          <a:ea typeface="Google Sans Text"/>
                          <a:cs typeface="Times New Roman" panose="02020603050405020304" charset="0"/>
                        </a:rPr>
                        <a:t>的确 </a:t>
                      </a:r>
                      <a:r>
                        <a:rPr lang="en-US" altLang="zh-CN" sz="2200">
                          <a:latin typeface="Times New Roman" panose="02020603050405020304" charset="0"/>
                          <a:ea typeface="Google Sans Text"/>
                          <a:cs typeface="Times New Roman" panose="02020603050405020304" charset="0"/>
                        </a:rPr>
                        <a:t>(Díquè - Quả thực)</a:t>
                      </a:r>
                      <a:endParaRPr lang="en-US" altLang="zh-CN" sz="2200">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r>
              <a:tr h="0">
                <a:tc>
                  <a:txBody>
                    <a:bodyPr/>
                    <a:p>
                      <a:pPr marL="0" indent="0" algn="ctr">
                        <a:spcBef>
                          <a:spcPct val="0"/>
                        </a:spcBef>
                      </a:pPr>
                      <a:endParaRPr sz="2200" b="1">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spcBef>
                          <a:spcPct val="0"/>
                        </a:spcBef>
                      </a:pPr>
                      <a:r>
                        <a:rPr lang="en-US" altLang="zh-CN" sz="2200" b="1">
                          <a:latin typeface="Times New Roman" panose="02020603050405020304" charset="0"/>
                          <a:ea typeface="Google Sans Text"/>
                          <a:cs typeface="Times New Roman" panose="02020603050405020304" charset="0"/>
                        </a:rPr>
                        <a:t>dì</a:t>
                      </a:r>
                      <a:endParaRPr lang="en-US" altLang="zh-CN" sz="2200" b="1">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spcBef>
                          <a:spcPct val="0"/>
                        </a:spcBef>
                      </a:pPr>
                      <a:r>
                        <a:rPr lang="en-US" altLang="zh-CN" sz="2200">
                          <a:latin typeface="Times New Roman" panose="02020603050405020304" charset="0"/>
                          <a:ea typeface="Google Sans Text"/>
                          <a:cs typeface="Times New Roman" panose="02020603050405020304" charset="0"/>
                        </a:rPr>
                        <a:t>Dùng trong từ chỉ mục tiêu</a:t>
                      </a:r>
                      <a:endParaRPr lang="en-US" altLang="zh-CN" sz="2200">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spcBef>
                          <a:spcPct val="0"/>
                        </a:spcBef>
                      </a:pPr>
                      <a:r>
                        <a:rPr lang="zh-CN" altLang="en-US" sz="2200">
                          <a:latin typeface="Times New Roman" panose="02020603050405020304" charset="0"/>
                          <a:ea typeface="Google Sans Text"/>
                          <a:cs typeface="Times New Roman" panose="02020603050405020304" charset="0"/>
                        </a:rPr>
                        <a:t>目的 </a:t>
                      </a:r>
                      <a:r>
                        <a:rPr lang="en-US" altLang="zh-CN" sz="2200">
                          <a:latin typeface="Times New Roman" panose="02020603050405020304" charset="0"/>
                          <a:ea typeface="Google Sans Text"/>
                          <a:cs typeface="Times New Roman" panose="02020603050405020304" charset="0"/>
                        </a:rPr>
                        <a:t>(Mùdì - Mục đích)</a:t>
                      </a:r>
                      <a:endParaRPr lang="en-US" altLang="zh-CN" sz="2200">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r>
              <a:tr h="0">
                <a:tc>
                  <a:txBody>
                    <a:bodyPr/>
                    <a:p>
                      <a:pPr marL="0" indent="0" algn="ctr">
                        <a:spcBef>
                          <a:spcPct val="0"/>
                        </a:spcBef>
                      </a:pPr>
                      <a:r>
                        <a:rPr lang="zh-CN" altLang="en-US" sz="2200" b="1">
                          <a:latin typeface="Times New Roman" panose="02020603050405020304" charset="0"/>
                          <a:ea typeface="Google Sans Text"/>
                        </a:rPr>
                        <a:t>得</a:t>
                      </a:r>
                      <a:endParaRPr lang="zh-CN" altLang="en-US" sz="2200" b="1">
                        <a:latin typeface="Times New Roman" panose="02020603050405020304" charset="0"/>
                        <a:ea typeface="Google Sans Text"/>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spcBef>
                          <a:spcPct val="0"/>
                        </a:spcBef>
                      </a:pPr>
                      <a:r>
                        <a:rPr lang="en-US" altLang="zh-CN" sz="2200" b="1">
                          <a:latin typeface="Times New Roman" panose="02020603050405020304" charset="0"/>
                          <a:ea typeface="Google Sans Text"/>
                          <a:cs typeface="Times New Roman" panose="02020603050405020304" charset="0"/>
                        </a:rPr>
                        <a:t>de</a:t>
                      </a:r>
                      <a:endParaRPr lang="en-US" altLang="zh-CN" sz="2200" b="1">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spcBef>
                          <a:spcPct val="0"/>
                        </a:spcBef>
                      </a:pPr>
                      <a:r>
                        <a:rPr lang="en-US" altLang="zh-CN" sz="2200">
                          <a:latin typeface="Times New Roman" panose="02020603050405020304" charset="0"/>
                          <a:ea typeface="Google Sans Text"/>
                          <a:cs typeface="Times New Roman" panose="02020603050405020304" charset="0"/>
                        </a:rPr>
                        <a:t>Trợ từ nối với bổ ngữ mức độ/kết quả (đứng sau)</a:t>
                      </a:r>
                      <a:endParaRPr lang="en-US" altLang="zh-CN" sz="2200">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spcBef>
                          <a:spcPct val="0"/>
                        </a:spcBef>
                      </a:pPr>
                      <a:r>
                        <a:rPr lang="zh-CN" altLang="en-US" sz="2200">
                          <a:latin typeface="Times New Roman" panose="02020603050405020304" charset="0"/>
                          <a:ea typeface="Google Sans Text"/>
                          <a:cs typeface="Times New Roman" panose="02020603050405020304" charset="0"/>
                        </a:rPr>
                        <a:t>说得很好 </a:t>
                      </a:r>
                      <a:r>
                        <a:rPr lang="en-US" altLang="zh-CN" sz="2200">
                          <a:latin typeface="Times New Roman" panose="02020603050405020304" charset="0"/>
                          <a:ea typeface="Google Sans Text"/>
                          <a:cs typeface="Times New Roman" panose="02020603050405020304" charset="0"/>
                        </a:rPr>
                        <a:t>(Nói rất tốt)</a:t>
                      </a:r>
                      <a:endParaRPr lang="en-US" altLang="zh-CN" sz="2200">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r>
              <a:tr h="0">
                <a:tc>
                  <a:txBody>
                    <a:bodyPr/>
                    <a:p>
                      <a:pPr marL="0" indent="0" algn="ctr">
                        <a:spcBef>
                          <a:spcPct val="0"/>
                        </a:spcBef>
                      </a:pPr>
                      <a:endParaRPr sz="2200" b="1">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spcBef>
                          <a:spcPct val="0"/>
                        </a:spcBef>
                      </a:pPr>
                      <a:r>
                        <a:rPr lang="en-US" altLang="zh-CN" sz="2200" b="1">
                          <a:latin typeface="Times New Roman" panose="02020603050405020304" charset="0"/>
                          <a:ea typeface="Google Sans Text"/>
                          <a:cs typeface="Times New Roman" panose="02020603050405020304" charset="0"/>
                        </a:rPr>
                        <a:t>děi</a:t>
                      </a:r>
                      <a:endParaRPr lang="en-US" altLang="zh-CN" sz="2200" b="1">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spcBef>
                          <a:spcPct val="0"/>
                        </a:spcBef>
                      </a:pPr>
                      <a:r>
                        <a:rPr lang="en-US" altLang="zh-CN" sz="2200">
                          <a:latin typeface="Times New Roman" panose="02020603050405020304" charset="0"/>
                          <a:ea typeface="Google Sans Text"/>
                          <a:cs typeface="Times New Roman" panose="02020603050405020304" charset="0"/>
                        </a:rPr>
                        <a:t>Biểu thị sự bắt buộc (mang nghĩa "phải")</a:t>
                      </a:r>
                      <a:endParaRPr lang="en-US" altLang="zh-CN" sz="2200">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spcBef>
                          <a:spcPct val="0"/>
                        </a:spcBef>
                      </a:pPr>
                      <a:r>
                        <a:rPr lang="zh-CN" altLang="en-US" sz="2200">
                          <a:latin typeface="Times New Roman" panose="02020603050405020304" charset="0"/>
                          <a:ea typeface="Google Sans Text"/>
                          <a:cs typeface="Times New Roman" panose="02020603050405020304" charset="0"/>
                        </a:rPr>
                        <a:t>我得走了 </a:t>
                      </a:r>
                      <a:r>
                        <a:rPr lang="en-US" altLang="zh-CN" sz="2200">
                          <a:latin typeface="Times New Roman" panose="02020603050405020304" charset="0"/>
                          <a:ea typeface="Google Sans Text"/>
                          <a:cs typeface="Times New Roman" panose="02020603050405020304" charset="0"/>
                        </a:rPr>
                        <a:t>(Tôi phải đi rồi)</a:t>
                      </a:r>
                      <a:endParaRPr lang="en-US" altLang="zh-CN" sz="2200">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r>
              <a:tr h="0">
                <a:tc>
                  <a:txBody>
                    <a:bodyPr/>
                    <a:p>
                      <a:pPr marL="0" indent="0" algn="ctr">
                        <a:spcBef>
                          <a:spcPct val="0"/>
                        </a:spcBef>
                      </a:pPr>
                      <a:endParaRPr sz="2200" b="1">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spcBef>
                          <a:spcPct val="0"/>
                        </a:spcBef>
                      </a:pPr>
                      <a:r>
                        <a:rPr lang="en-US" altLang="zh-CN" sz="2200" b="1">
                          <a:latin typeface="Times New Roman" panose="02020603050405020304" charset="0"/>
                          <a:ea typeface="Google Sans Text"/>
                          <a:cs typeface="Times New Roman" panose="02020603050405020304" charset="0"/>
                        </a:rPr>
                        <a:t>dé</a:t>
                      </a:r>
                      <a:endParaRPr lang="en-US" altLang="zh-CN" sz="2200" b="1">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spcBef>
                          <a:spcPct val="0"/>
                        </a:spcBef>
                      </a:pPr>
                      <a:r>
                        <a:rPr lang="en-US" altLang="zh-CN" sz="2200">
                          <a:latin typeface="Times New Roman" panose="02020603050405020304" charset="0"/>
                          <a:ea typeface="Google Sans Text"/>
                          <a:cs typeface="Times New Roman" panose="02020603050405020304" charset="0"/>
                        </a:rPr>
                        <a:t>Động từ chỉ sự đạt được, nhận được</a:t>
                      </a:r>
                      <a:endParaRPr lang="en-US" altLang="zh-CN" sz="2200">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spcBef>
                          <a:spcPct val="0"/>
                        </a:spcBef>
                      </a:pPr>
                      <a:r>
                        <a:rPr lang="zh-CN" altLang="en-US" sz="2200">
                          <a:latin typeface="Times New Roman" panose="02020603050405020304" charset="0"/>
                          <a:ea typeface="Google Sans Text"/>
                          <a:cs typeface="Times New Roman" panose="02020603050405020304" charset="0"/>
                        </a:rPr>
                        <a:t>得到 </a:t>
                      </a:r>
                      <a:r>
                        <a:rPr lang="en-US" altLang="zh-CN" sz="2200">
                          <a:latin typeface="Times New Roman" panose="02020603050405020304" charset="0"/>
                          <a:ea typeface="Google Sans Text"/>
                          <a:cs typeface="Times New Roman" panose="02020603050405020304" charset="0"/>
                        </a:rPr>
                        <a:t>(Đạt được)</a:t>
                      </a:r>
                      <a:endParaRPr lang="en-US" altLang="zh-CN" sz="2200">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r>
              <a:tr h="0">
                <a:tc>
                  <a:txBody>
                    <a:bodyPr/>
                    <a:p>
                      <a:pPr marL="0" indent="0" algn="ctr">
                        <a:spcBef>
                          <a:spcPct val="0"/>
                        </a:spcBef>
                      </a:pPr>
                      <a:r>
                        <a:rPr lang="zh-CN" altLang="en-US" sz="2200" b="1">
                          <a:latin typeface="Times New Roman" panose="02020603050405020304" charset="0"/>
                          <a:ea typeface="Google Sans Text"/>
                        </a:rPr>
                        <a:t>地</a:t>
                      </a:r>
                      <a:endParaRPr lang="zh-CN" altLang="en-US" sz="2200" b="1">
                        <a:latin typeface="Times New Roman" panose="02020603050405020304" charset="0"/>
                        <a:ea typeface="Google Sans Text"/>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spcBef>
                          <a:spcPct val="0"/>
                        </a:spcBef>
                      </a:pPr>
                      <a:r>
                        <a:rPr lang="en-US" altLang="zh-CN" sz="2200" b="1">
                          <a:latin typeface="Times New Roman" panose="02020603050405020304" charset="0"/>
                          <a:ea typeface="Google Sans Text"/>
                          <a:cs typeface="Times New Roman" panose="02020603050405020304" charset="0"/>
                        </a:rPr>
                        <a:t>de</a:t>
                      </a:r>
                      <a:endParaRPr lang="en-US" altLang="zh-CN" sz="2200" b="1">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spcBef>
                          <a:spcPct val="0"/>
                        </a:spcBef>
                      </a:pPr>
                      <a:r>
                        <a:rPr lang="en-US" altLang="zh-CN" sz="2200">
                          <a:latin typeface="Times New Roman" panose="02020603050405020304" charset="0"/>
                          <a:ea typeface="Google Sans Text"/>
                          <a:cs typeface="Times New Roman" panose="02020603050405020304" charset="0"/>
                        </a:rPr>
                        <a:t>Trợ từ cấu thành trạng ngữ (đứng trước động từ)</a:t>
                      </a:r>
                      <a:endParaRPr lang="en-US" altLang="zh-CN" sz="2200">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spcBef>
                          <a:spcPct val="0"/>
                        </a:spcBef>
                      </a:pPr>
                      <a:r>
                        <a:rPr lang="zh-CN" altLang="en-US" sz="2200">
                          <a:latin typeface="Times New Roman" panose="02020603050405020304" charset="0"/>
                          <a:ea typeface="Google Sans Text"/>
                          <a:cs typeface="Times New Roman" panose="02020603050405020304" charset="0"/>
                        </a:rPr>
                        <a:t>认真地听 </a:t>
                      </a:r>
                      <a:r>
                        <a:rPr lang="en-US" altLang="zh-CN" sz="2200">
                          <a:latin typeface="Times New Roman" panose="02020603050405020304" charset="0"/>
                          <a:ea typeface="Google Sans Text"/>
                          <a:cs typeface="Times New Roman" panose="02020603050405020304" charset="0"/>
                        </a:rPr>
                        <a:t>(Nghe chăm chú)</a:t>
                      </a:r>
                      <a:endParaRPr lang="en-US" altLang="zh-CN" sz="2200">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r>
              <a:tr h="0">
                <a:tc>
                  <a:txBody>
                    <a:bodyPr/>
                    <a:p>
                      <a:pPr marL="0" indent="0" algn="ctr">
                        <a:spcBef>
                          <a:spcPct val="0"/>
                        </a:spcBef>
                      </a:pPr>
                      <a:endParaRPr sz="2200" b="1">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spcBef>
                          <a:spcPct val="0"/>
                        </a:spcBef>
                      </a:pPr>
                      <a:r>
                        <a:rPr lang="en-US" altLang="zh-CN" sz="2200" b="1">
                          <a:latin typeface="Times New Roman" panose="02020603050405020304" charset="0"/>
                          <a:ea typeface="Google Sans Text"/>
                          <a:cs typeface="Times New Roman" panose="02020603050405020304" charset="0"/>
                        </a:rPr>
                        <a:t>dì</a:t>
                      </a:r>
                      <a:endParaRPr lang="en-US" altLang="zh-CN" sz="2200" b="1">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spcBef>
                          <a:spcPct val="0"/>
                        </a:spcBef>
                      </a:pPr>
                      <a:r>
                        <a:rPr lang="en-US" altLang="zh-CN" sz="2200">
                          <a:latin typeface="Times New Roman" panose="02020603050405020304" charset="0"/>
                          <a:ea typeface="Google Sans Text"/>
                          <a:cs typeface="Times New Roman" panose="02020603050405020304" charset="0"/>
                        </a:rPr>
                        <a:t>Danh từ chỉ đất đai, mặt đất, địa điểm</a:t>
                      </a:r>
                      <a:endParaRPr lang="en-US" altLang="zh-CN" sz="2200">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c>
                  <a:txBody>
                    <a:bodyPr/>
                    <a:p>
                      <a:pPr marL="0" indent="0">
                        <a:spcBef>
                          <a:spcPct val="0"/>
                        </a:spcBef>
                      </a:pPr>
                      <a:r>
                        <a:rPr lang="zh-CN" altLang="en-US" sz="2200">
                          <a:latin typeface="Times New Roman" panose="02020603050405020304" charset="0"/>
                          <a:ea typeface="Google Sans Text"/>
                          <a:cs typeface="Times New Roman" panose="02020603050405020304" charset="0"/>
                        </a:rPr>
                        <a:t>地球 </a:t>
                      </a:r>
                      <a:r>
                        <a:rPr lang="en-US" altLang="zh-CN" sz="2200">
                          <a:latin typeface="Times New Roman" panose="02020603050405020304" charset="0"/>
                          <a:ea typeface="Google Sans Text"/>
                          <a:cs typeface="Times New Roman" panose="02020603050405020304" charset="0"/>
                        </a:rPr>
                        <a:t>(Trái đất), </a:t>
                      </a:r>
                      <a:r>
                        <a:rPr lang="zh-CN" altLang="en-US" sz="2200">
                          <a:latin typeface="Times New Roman" panose="02020603050405020304" charset="0"/>
                          <a:ea typeface="Google Sans Text"/>
                          <a:cs typeface="Times New Roman" panose="02020603050405020304" charset="0"/>
                        </a:rPr>
                        <a:t>地方 </a:t>
                      </a:r>
                      <a:r>
                        <a:rPr lang="en-US" altLang="zh-CN" sz="2200">
                          <a:latin typeface="Times New Roman" panose="02020603050405020304" charset="0"/>
                          <a:ea typeface="Google Sans Text"/>
                          <a:cs typeface="Times New Roman" panose="02020603050405020304" charset="0"/>
                        </a:rPr>
                        <a:t>(Nơi chốn)</a:t>
                      </a:r>
                      <a:endParaRPr lang="en-US" altLang="zh-CN" sz="2200">
                        <a:latin typeface="Times New Roman" panose="02020603050405020304" charset="0"/>
                        <a:ea typeface="Google Sans Text"/>
                        <a:cs typeface="Times New Roman" panose="02020603050405020304" charset="0"/>
                      </a:endParaRPr>
                    </a:p>
                  </a:txBody>
                  <a:tcPr marL="57467" marR="57467" marT="38417" marB="38417" anchor="ctr" anchorCtr="0">
                    <a:lnL w="5080" cap="flat" cmpd="sng">
                      <a:solidFill>
                        <a:srgbClr val="C4C7C5"/>
                      </a:solidFill>
                      <a:prstDash val="solid"/>
                      <a:headEnd type="none" w="med" len="med"/>
                      <a:tailEnd type="none" w="med" len="med"/>
                    </a:lnL>
                    <a:lnR w="5080" cap="flat" cmpd="sng">
                      <a:solidFill>
                        <a:srgbClr val="C4C7C5"/>
                      </a:solidFill>
                      <a:prstDash val="solid"/>
                      <a:headEnd type="none" w="med" len="med"/>
                      <a:tailEnd type="none" w="med" len="med"/>
                    </a:lnR>
                    <a:lnT w="5080" cap="flat" cmpd="sng">
                      <a:solidFill>
                        <a:srgbClr val="C4C7C5"/>
                      </a:solidFill>
                      <a:prstDash val="solid"/>
                      <a:headEnd type="none" w="med" len="med"/>
                      <a:tailEnd type="none" w="med" len="med"/>
                    </a:lnT>
                    <a:lnB w="5080" cap="flat" cmpd="sng">
                      <a:solidFill>
                        <a:srgbClr val="C4C7C5"/>
                      </a:solidFill>
                      <a:prstDash val="solid"/>
                      <a:headEnd type="none" w="med" len="med"/>
                      <a:tailEnd type="none" w="med" len="med"/>
                    </a:lnB>
                    <a:noFill/>
                  </a:tcPr>
                </a:tc>
              </a:tr>
            </a:tbl>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747" name="Shape 747"/>
        <p:cNvGrpSpPr/>
        <p:nvPr/>
      </p:nvGrpSpPr>
      <p:grpSpPr>
        <a:xfrm>
          <a:off x="0" y="0"/>
          <a:ext cx="0" cy="0"/>
          <a:chOff x="0" y="0"/>
          <a:chExt cx="0" cy="0"/>
        </a:xfrm>
      </p:grpSpPr>
      <p:sp>
        <p:nvSpPr>
          <p:cNvPr id="748" name="Google Shape;748;p48"/>
          <p:cNvSpPr/>
          <p:nvPr/>
        </p:nvSpPr>
        <p:spPr>
          <a:xfrm>
            <a:off x="1719580" y="519430"/>
            <a:ext cx="2068195" cy="715645"/>
          </a:xfrm>
          <a:prstGeom prst="doubleWave">
            <a:avLst>
              <a:gd name="adj1" fmla="val 6250"/>
              <a:gd name="adj2" fmla="val 0"/>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749" name="Google Shape;749;p48"/>
          <p:cNvSpPr/>
          <p:nvPr/>
        </p:nvSpPr>
        <p:spPr>
          <a:xfrm rot="10800000" flipH="1">
            <a:off x="96520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pic>
        <p:nvPicPr>
          <p:cNvPr id="750" name="Google Shape;750;p48"/>
          <p:cNvPicPr preferRelativeResize="0"/>
          <p:nvPr/>
        </p:nvPicPr>
        <p:blipFill rotWithShape="1">
          <a:blip r:embed="rId2"/>
          <a:srcRect/>
          <a:stretch>
            <a:fillRect/>
          </a:stretch>
        </p:blipFill>
        <p:spPr>
          <a:xfrm>
            <a:off x="334645" y="135255"/>
            <a:ext cx="1504315" cy="1558290"/>
          </a:xfrm>
          <a:prstGeom prst="rect">
            <a:avLst/>
          </a:prstGeom>
          <a:noFill/>
          <a:ln>
            <a:noFill/>
          </a:ln>
        </p:spPr>
      </p:pic>
      <p:sp>
        <p:nvSpPr>
          <p:cNvPr id="751" name="Google Shape;751;p48"/>
          <p:cNvSpPr txBox="1"/>
          <p:nvPr/>
        </p:nvSpPr>
        <p:spPr>
          <a:xfrm>
            <a:off x="1660525" y="585182"/>
            <a:ext cx="2460752" cy="5835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3200"/>
              <a:buFont typeface="华文楷体" panose="02010600040101010101" charset="-122"/>
              <a:buNone/>
            </a:pPr>
            <a:r>
              <a:rPr lang="en-US" sz="32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练习 </a:t>
            </a:r>
            <a:r>
              <a:rPr lang="en-US" sz="2400" b="0" i="0" u="none" strike="noStrike" cap="none">
                <a:solidFill>
                  <a:srgbClr val="1F3864"/>
                </a:solidFill>
                <a:latin typeface="Times New Roman" panose="02020603050405020304"/>
                <a:ea typeface="Times New Roman" panose="02020603050405020304"/>
                <a:cs typeface="Times New Roman" panose="02020603050405020304"/>
                <a:sym typeface="Times New Roman" panose="02020603050405020304"/>
              </a:rPr>
              <a:t>luyện tập</a:t>
            </a:r>
            <a:endParaRPr lang="en-US" sz="2400" b="0" i="0" u="none" strike="noStrike" cap="none">
              <a:solidFill>
                <a:srgbClr val="1F386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52" name="Google Shape;752;p48"/>
          <p:cNvSpPr/>
          <p:nvPr/>
        </p:nvSpPr>
        <p:spPr>
          <a:xfrm>
            <a:off x="4180332" y="678959"/>
            <a:ext cx="8874125" cy="624840"/>
          </a:xfrm>
          <a:prstGeom prst="rect">
            <a:avLst/>
          </a:prstGeom>
          <a:no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Clr>
                <a:srgbClr val="002060"/>
              </a:buClr>
              <a:buSzPts val="2800"/>
              <a:buFont typeface="楷体" panose="02010609060101010101" charset="-122"/>
              <a:buNone/>
            </a:pPr>
            <a:r>
              <a:rPr lang="en-US" sz="2800" b="1" i="0" u="none" strike="noStrike" cap="none">
                <a:solidFill>
                  <a:srgbClr val="002060"/>
                </a:solidFill>
                <a:latin typeface="楷体" panose="02010609060101010101" charset="-122"/>
                <a:ea typeface="楷体" panose="02010609060101010101" charset="-122"/>
                <a:cs typeface="楷体" panose="02010609060101010101" charset="-122"/>
                <a:sym typeface="楷体" panose="02010609060101010101" charset="-122"/>
              </a:rPr>
              <a:t>完成对话。 </a:t>
            </a:r>
            <a:r>
              <a:rPr lang="en-US" sz="2400" b="0"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rPr>
              <a:t>Hoàn thành hội thoại sau</a:t>
            </a:r>
            <a:endParaRPr sz="2400" b="0"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53" name="Google Shape;753;p48"/>
          <p:cNvSpPr txBox="1"/>
          <p:nvPr/>
        </p:nvSpPr>
        <p:spPr>
          <a:xfrm>
            <a:off x="447840" y="1472565"/>
            <a:ext cx="11296319" cy="452431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华文楷体" panose="02010600040101010101" charset="-122"/>
              <a:buNone/>
            </a:pPr>
            <a:r>
              <a:rPr lang="en-US"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（1）A：你姐姐去哪儿了？</a:t>
            </a:r>
            <a:endParaRPr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00000"/>
              </a:lnSpc>
              <a:spcBef>
                <a:spcPts val="0"/>
              </a:spcBef>
              <a:spcAft>
                <a:spcPts val="0"/>
              </a:spcAft>
              <a:buClr>
                <a:srgbClr val="000000"/>
              </a:buClr>
              <a:buSzPts val="3200"/>
              <a:buFont typeface="华文楷体" panose="02010600040101010101" charset="-122"/>
              <a:buNone/>
            </a:pPr>
            <a:r>
              <a:rPr lang="en-US"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	 B：</a:t>
            </a: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她生病了，………回房间休息了。（早）</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00000"/>
              </a:lnSpc>
              <a:spcBef>
                <a:spcPts val="0"/>
              </a:spcBef>
              <a:spcAft>
                <a:spcPts val="0"/>
              </a:spcAft>
              <a:buClr>
                <a:schemeClr val="dk1"/>
              </a:buClr>
              <a:buSzPts val="3200"/>
              <a:buFont typeface="Calibri" panose="020F0502020204030204"/>
              <a:buNone/>
            </a:pP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00000"/>
              </a:lnSpc>
              <a:spcBef>
                <a:spcPts val="0"/>
              </a:spcBef>
              <a:spcAft>
                <a:spcPts val="0"/>
              </a:spcAft>
              <a:buClr>
                <a:srgbClr val="000000"/>
              </a:buClr>
              <a:buSzPts val="3200"/>
              <a:buFont typeface="华文楷体" panose="02010600040101010101" charset="-122"/>
              <a:buNone/>
            </a:pPr>
            <a:r>
              <a:rPr lang="en-US"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（2）A：</a:t>
            </a: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你回家………睡一觉，明天也别来上班乐了。（好 ）</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00000"/>
              </a:lnSpc>
              <a:spcBef>
                <a:spcPts val="0"/>
              </a:spcBef>
              <a:spcAft>
                <a:spcPts val="0"/>
              </a:spcAft>
              <a:buClr>
                <a:srgbClr val="000000"/>
              </a:buClr>
              <a:buSzPts val="3200"/>
              <a:buFont typeface="华文楷体" panose="02010600040101010101" charset="-122"/>
              <a:buNone/>
            </a:pPr>
            <a:r>
              <a:rPr lang="en-US"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 	</a:t>
            </a: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 </a:t>
            </a:r>
            <a:r>
              <a:rPr lang="en-US"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B：没关系，我在公司吃饭了</a:t>
            </a: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00000"/>
              </a:lnSpc>
              <a:spcBef>
                <a:spcPts val="0"/>
              </a:spcBef>
              <a:spcAft>
                <a:spcPts val="0"/>
              </a:spcAft>
              <a:buClr>
                <a:schemeClr val="dk1"/>
              </a:buClr>
              <a:buSzPts val="3200"/>
              <a:buFont typeface="Calibri" panose="020F0502020204030204"/>
              <a:buNone/>
            </a:pPr>
            <a:endParaRPr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00000"/>
              </a:lnSpc>
              <a:spcBef>
                <a:spcPts val="0"/>
              </a:spcBef>
              <a:spcAft>
                <a:spcPts val="0"/>
              </a:spcAft>
              <a:buClr>
                <a:srgbClr val="000000"/>
              </a:buClr>
              <a:buSzPts val="3200"/>
              <a:buFont typeface="华文楷体" panose="02010600040101010101" charset="-122"/>
              <a:buNone/>
            </a:pPr>
            <a:r>
              <a:rPr lang="en-US"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（3）A：小明喜欢你送的礼物吗？</a:t>
            </a:r>
            <a:endParaRPr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00000"/>
              </a:lnSpc>
              <a:spcBef>
                <a:spcPts val="0"/>
              </a:spcBef>
              <a:spcAft>
                <a:spcPts val="0"/>
              </a:spcAft>
              <a:buClr>
                <a:srgbClr val="000000"/>
              </a:buClr>
              <a:buSzPts val="3200"/>
              <a:buFont typeface="华文楷体" panose="02010600040101010101" charset="-122"/>
              <a:buNone/>
            </a:pPr>
            <a:r>
              <a:rPr lang="en-US"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	 B ：</a:t>
            </a: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喜欢，他拿到礼物………说：“这个礼物太好了！”   	（高兴）</a:t>
            </a:r>
            <a:endParaRPr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754" name="Google Shape;754;p48"/>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758" name="Shape 758"/>
        <p:cNvGrpSpPr/>
        <p:nvPr/>
      </p:nvGrpSpPr>
      <p:grpSpPr>
        <a:xfrm>
          <a:off x="0" y="0"/>
          <a:ext cx="0" cy="0"/>
          <a:chOff x="0" y="0"/>
          <a:chExt cx="0" cy="0"/>
        </a:xfrm>
      </p:grpSpPr>
      <p:sp>
        <p:nvSpPr>
          <p:cNvPr id="759" name="Google Shape;759;p49"/>
          <p:cNvSpPr/>
          <p:nvPr/>
        </p:nvSpPr>
        <p:spPr>
          <a:xfrm>
            <a:off x="6612890" y="843280"/>
            <a:ext cx="6179397"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760" name="Google Shape;760;p49"/>
          <p:cNvSpPr/>
          <p:nvPr/>
        </p:nvSpPr>
        <p:spPr>
          <a:xfrm>
            <a:off x="7664704" y="314960"/>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761" name="Google Shape;761;p49"/>
          <p:cNvSpPr/>
          <p:nvPr/>
        </p:nvSpPr>
        <p:spPr>
          <a:xfrm>
            <a:off x="10357104" y="299720"/>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762" name="Google Shape;762;p49"/>
          <p:cNvGrpSpPr/>
          <p:nvPr/>
        </p:nvGrpSpPr>
        <p:grpSpPr>
          <a:xfrm>
            <a:off x="8902531" y="299720"/>
            <a:ext cx="3086947" cy="589280"/>
            <a:chOff x="19244" y="588"/>
            <a:chExt cx="7292" cy="1392"/>
          </a:xfrm>
        </p:grpSpPr>
        <p:sp>
          <p:nvSpPr>
            <p:cNvPr id="763" name="Google Shape;763;p49"/>
            <p:cNvSpPr/>
            <p:nvPr/>
          </p:nvSpPr>
          <p:spPr>
            <a:xfrm>
              <a:off x="22680" y="588"/>
              <a:ext cx="3856" cy="1385"/>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764" name="Google Shape;764;p49"/>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grpSp>
        <p:nvGrpSpPr>
          <p:cNvPr id="765" name="Google Shape;765;p49"/>
          <p:cNvGrpSpPr/>
          <p:nvPr/>
        </p:nvGrpSpPr>
        <p:grpSpPr>
          <a:xfrm>
            <a:off x="7711694" y="363855"/>
            <a:ext cx="4347210" cy="521970"/>
            <a:chOff x="8288" y="4121"/>
            <a:chExt cx="6846" cy="822"/>
          </a:xfrm>
        </p:grpSpPr>
        <p:sp>
          <p:nvSpPr>
            <p:cNvPr id="766" name="Google Shape;766;p49"/>
            <p:cNvSpPr txBox="1"/>
            <p:nvPr/>
          </p:nvSpPr>
          <p:spPr>
            <a:xfrm>
              <a:off x="8288" y="4121"/>
              <a:ext cx="1875"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767" name="Google Shape;767;p49"/>
            <p:cNvSpPr txBox="1"/>
            <p:nvPr/>
          </p:nvSpPr>
          <p:spPr>
            <a:xfrm>
              <a:off x="10560" y="4121"/>
              <a:ext cx="2424"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768" name="Google Shape;768;p49"/>
            <p:cNvSpPr txBox="1"/>
            <p:nvPr/>
          </p:nvSpPr>
          <p:spPr>
            <a:xfrm>
              <a:off x="12785" y="4121"/>
              <a:ext cx="2349"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769" name="Google Shape;769;p49"/>
          <p:cNvSpPr txBox="1"/>
          <p:nvPr/>
        </p:nvSpPr>
        <p:spPr>
          <a:xfrm>
            <a:off x="133096" y="173990"/>
            <a:ext cx="1997332" cy="4914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600"/>
              <a:buFont typeface="Times New Roman" panose="02020603050405020304"/>
              <a:buNone/>
            </a:pPr>
            <a:r>
              <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3</a:t>
            </a:r>
            <a:endPar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70" name="Google Shape;770;p49"/>
          <p:cNvSpPr txBox="1"/>
          <p:nvPr/>
        </p:nvSpPr>
        <p:spPr>
          <a:xfrm>
            <a:off x="1090201" y="1072215"/>
            <a:ext cx="872944" cy="533223"/>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1200"/>
              <a:buFont typeface="华文楷体" panose="02010600040101010101" charset="-122"/>
              <a:buNone/>
            </a:pPr>
            <a:r>
              <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Liú Míng</a:t>
            </a:r>
            <a:endPar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Clr>
                <a:srgbClr val="000000"/>
              </a:buClr>
              <a:buSzPts val="1600"/>
              <a:buFont typeface="楷体" panose="02010609060101010101" charset="-122"/>
              <a:buNone/>
            </a:pPr>
            <a:r>
              <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刘 明 </a:t>
            </a:r>
            <a:endPar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771" name="Google Shape;771;p49"/>
          <p:cNvPicPr preferRelativeResize="0"/>
          <p:nvPr/>
        </p:nvPicPr>
        <p:blipFill rotWithShape="1">
          <a:blip r:embed="rId2"/>
          <a:srcRect/>
          <a:stretch>
            <a:fillRect/>
          </a:stretch>
        </p:blipFill>
        <p:spPr>
          <a:xfrm>
            <a:off x="470612" y="1062146"/>
            <a:ext cx="570058" cy="563080"/>
          </a:xfrm>
          <a:prstGeom prst="rect">
            <a:avLst/>
          </a:prstGeom>
          <a:noFill/>
          <a:ln>
            <a:noFill/>
          </a:ln>
        </p:spPr>
      </p:pic>
      <p:sp>
        <p:nvSpPr>
          <p:cNvPr id="772" name="Google Shape;772;p49"/>
          <p:cNvSpPr txBox="1"/>
          <p:nvPr/>
        </p:nvSpPr>
        <p:spPr>
          <a:xfrm>
            <a:off x="1046768" y="6019026"/>
            <a:ext cx="1140040" cy="56451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1200"/>
              <a:buFont typeface="华文楷体" panose="02010600040101010101" charset="-122"/>
              <a:buNone/>
            </a:pPr>
            <a:r>
              <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Liú Xiǎoxuě</a:t>
            </a:r>
            <a:endPar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Clr>
                <a:srgbClr val="000000"/>
              </a:buClr>
              <a:buSzPts val="1600"/>
              <a:buFont typeface="楷体" panose="02010609060101010101" charset="-122"/>
              <a:buNone/>
            </a:pPr>
            <a:r>
              <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刘小雪</a:t>
            </a:r>
            <a:endPar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773" name="Google Shape;773;p49"/>
          <p:cNvPicPr preferRelativeResize="0"/>
          <p:nvPr/>
        </p:nvPicPr>
        <p:blipFill rotWithShape="1">
          <a:blip r:embed="rId3"/>
          <a:srcRect l="12969" r="8459" b="70041"/>
          <a:stretch>
            <a:fillRect/>
          </a:stretch>
        </p:blipFill>
        <p:spPr>
          <a:xfrm>
            <a:off x="470612" y="5988599"/>
            <a:ext cx="605155" cy="619125"/>
          </a:xfrm>
          <a:prstGeom prst="rect">
            <a:avLst/>
          </a:prstGeom>
          <a:noFill/>
          <a:ln>
            <a:noFill/>
          </a:ln>
        </p:spPr>
      </p:pic>
      <p:sp>
        <p:nvSpPr>
          <p:cNvPr id="774" name="Google Shape;774;p49"/>
          <p:cNvSpPr/>
          <p:nvPr/>
        </p:nvSpPr>
        <p:spPr>
          <a:xfrm rot="5400000">
            <a:off x="3903219" y="-852778"/>
            <a:ext cx="1230750" cy="4586028"/>
          </a:xfrm>
          <a:prstGeom prst="wedgeRoundRectCallout">
            <a:avLst>
              <a:gd name="adj1" fmla="val -3830"/>
              <a:gd name="adj2" fmla="val 56447"/>
              <a:gd name="adj3" fmla="val 16667"/>
            </a:avLst>
          </a:prstGeom>
          <a:noFill/>
          <a:ln w="127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775" name="Google Shape;775;p49"/>
          <p:cNvSpPr txBox="1"/>
          <p:nvPr/>
        </p:nvSpPr>
        <p:spPr>
          <a:xfrm>
            <a:off x="2432986" y="941371"/>
            <a:ext cx="4378620" cy="994308"/>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Clr>
                <a:srgbClr val="000000"/>
              </a:buClr>
              <a:buSzPts val="3200"/>
              <a:buFont typeface="楷体" panose="02010609060101010101" charset="-122"/>
              <a:buNone/>
            </a:pP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小雪，看看今天有什么好吃的。</a:t>
            </a:r>
            <a:endPar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776" name="Google Shape;776;p49"/>
          <p:cNvSpPr txBox="1"/>
          <p:nvPr/>
        </p:nvSpPr>
        <p:spPr>
          <a:xfrm>
            <a:off x="1046768" y="4522839"/>
            <a:ext cx="872944" cy="533223"/>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1200"/>
              <a:buFont typeface="华文楷体" panose="02010600040101010101" charset="-122"/>
              <a:buNone/>
            </a:pPr>
            <a:r>
              <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Liú Míng</a:t>
            </a:r>
            <a:endPar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Clr>
                <a:srgbClr val="000000"/>
              </a:buClr>
              <a:buSzPts val="1600"/>
              <a:buFont typeface="楷体" panose="02010609060101010101" charset="-122"/>
              <a:buNone/>
            </a:pPr>
            <a:r>
              <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刘 明 </a:t>
            </a:r>
            <a:endPar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777" name="Google Shape;777;p49"/>
          <p:cNvPicPr preferRelativeResize="0"/>
          <p:nvPr/>
        </p:nvPicPr>
        <p:blipFill rotWithShape="1">
          <a:blip r:embed="rId2"/>
          <a:srcRect/>
          <a:stretch>
            <a:fillRect/>
          </a:stretch>
        </p:blipFill>
        <p:spPr>
          <a:xfrm>
            <a:off x="480260" y="4492466"/>
            <a:ext cx="570058" cy="563080"/>
          </a:xfrm>
          <a:prstGeom prst="rect">
            <a:avLst/>
          </a:prstGeom>
          <a:noFill/>
          <a:ln>
            <a:noFill/>
          </a:ln>
        </p:spPr>
      </p:pic>
      <p:sp>
        <p:nvSpPr>
          <p:cNvPr id="778" name="Google Shape;778;p49"/>
          <p:cNvSpPr/>
          <p:nvPr/>
        </p:nvSpPr>
        <p:spPr>
          <a:xfrm rot="5400000">
            <a:off x="3918139" y="2607646"/>
            <a:ext cx="1252591" cy="4618416"/>
          </a:xfrm>
          <a:prstGeom prst="wedgeRoundRectCallout">
            <a:avLst>
              <a:gd name="adj1" fmla="val -3830"/>
              <a:gd name="adj2" fmla="val 56447"/>
              <a:gd name="adj3" fmla="val 16667"/>
            </a:avLst>
          </a:prstGeom>
          <a:noFill/>
          <a:ln w="127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779" name="Google Shape;779;p49"/>
          <p:cNvSpPr txBox="1"/>
          <p:nvPr/>
        </p:nvSpPr>
        <p:spPr>
          <a:xfrm>
            <a:off x="2375572" y="4365041"/>
            <a:ext cx="4337724" cy="1103626"/>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Clr>
                <a:srgbClr val="000000"/>
              </a:buClr>
              <a:buSzPts val="3200"/>
              <a:buFont typeface="楷体" panose="02010609060101010101" charset="-122"/>
              <a:buNone/>
            </a:pP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你看，还有鱼啊肉啊什么的，都是你</a:t>
            </a:r>
            <a:r>
              <a:rPr lang="zh-CN"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喜欢</a:t>
            </a: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吃的。</a:t>
            </a:r>
            <a:endPar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780" name="Google Shape;780;p49"/>
          <p:cNvSpPr/>
          <p:nvPr/>
        </p:nvSpPr>
        <p:spPr>
          <a:xfrm rot="5400000">
            <a:off x="3770805" y="4483448"/>
            <a:ext cx="660657" cy="3731813"/>
          </a:xfrm>
          <a:prstGeom prst="wedgeRoundRectCallout">
            <a:avLst>
              <a:gd name="adj1" fmla="val -3830"/>
              <a:gd name="adj2" fmla="val 56447"/>
              <a:gd name="adj3" fmla="val 16667"/>
            </a:avLst>
          </a:prstGeom>
          <a:noFill/>
          <a:ln w="127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781" name="Google Shape;781;p49"/>
          <p:cNvSpPr txBox="1"/>
          <p:nvPr/>
        </p:nvSpPr>
        <p:spPr>
          <a:xfrm>
            <a:off x="2442845" y="6036310"/>
            <a:ext cx="3785870" cy="647700"/>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Clr>
                <a:srgbClr val="000000"/>
              </a:buClr>
              <a:buSzPts val="3200"/>
              <a:buFont typeface="楷体" panose="02010609060101010101" charset="-122"/>
              <a:buNone/>
            </a:pPr>
            <a:r>
              <a:rPr lang="en-US" sz="3200">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谢谢爸爸、妈妈</a:t>
            </a: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a:t>
            </a:r>
            <a:endPar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782" name="Google Shape;782;p49"/>
          <p:cNvSpPr txBox="1"/>
          <p:nvPr/>
        </p:nvSpPr>
        <p:spPr>
          <a:xfrm>
            <a:off x="1046768" y="2830572"/>
            <a:ext cx="1140040" cy="56451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1200"/>
              <a:buFont typeface="华文楷体" panose="02010600040101010101" charset="-122"/>
              <a:buNone/>
            </a:pPr>
            <a:r>
              <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Liú Xiǎoxuě</a:t>
            </a:r>
            <a:endPar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Clr>
                <a:srgbClr val="000000"/>
              </a:buClr>
              <a:buSzPts val="1600"/>
              <a:buFont typeface="楷体" panose="02010609060101010101" charset="-122"/>
              <a:buNone/>
            </a:pPr>
            <a:r>
              <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刘小雪</a:t>
            </a:r>
            <a:endPar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783" name="Google Shape;783;p49"/>
          <p:cNvPicPr preferRelativeResize="0"/>
          <p:nvPr/>
        </p:nvPicPr>
        <p:blipFill rotWithShape="1">
          <a:blip r:embed="rId3"/>
          <a:srcRect l="12969" r="8459" b="70041"/>
          <a:stretch>
            <a:fillRect/>
          </a:stretch>
        </p:blipFill>
        <p:spPr>
          <a:xfrm>
            <a:off x="470612" y="2800145"/>
            <a:ext cx="605155" cy="619125"/>
          </a:xfrm>
          <a:prstGeom prst="rect">
            <a:avLst/>
          </a:prstGeom>
          <a:noFill/>
          <a:ln>
            <a:noFill/>
          </a:ln>
        </p:spPr>
      </p:pic>
      <p:sp>
        <p:nvSpPr>
          <p:cNvPr id="784" name="Google Shape;784;p49"/>
          <p:cNvSpPr/>
          <p:nvPr/>
        </p:nvSpPr>
        <p:spPr>
          <a:xfrm rot="5400000">
            <a:off x="3912865" y="906293"/>
            <a:ext cx="1230751" cy="4586026"/>
          </a:xfrm>
          <a:prstGeom prst="wedgeRoundRectCallout">
            <a:avLst>
              <a:gd name="adj1" fmla="val -3830"/>
              <a:gd name="adj2" fmla="val 56447"/>
              <a:gd name="adj3" fmla="val 16667"/>
            </a:avLst>
          </a:prstGeom>
          <a:noFill/>
          <a:ln w="127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785" name="Google Shape;785;p49"/>
          <p:cNvSpPr txBox="1"/>
          <p:nvPr/>
        </p:nvSpPr>
        <p:spPr>
          <a:xfrm>
            <a:off x="2410244" y="2616980"/>
            <a:ext cx="4411010" cy="1223543"/>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Clr>
                <a:srgbClr val="000000"/>
              </a:buClr>
              <a:buSzPts val="3200"/>
              <a:buFont typeface="楷体" panose="02010609060101010101" charset="-122"/>
              <a:buNone/>
            </a:pP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长长的面条儿，大大的蛋糕。</a:t>
            </a:r>
            <a:endPar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786" name="Google Shape;786;p49" descr="揭秘长寿面的起源与传说：一碗面，一份心愿- 知乎"/>
          <p:cNvPicPr preferRelativeResize="0"/>
          <p:nvPr/>
        </p:nvPicPr>
        <p:blipFill rotWithShape="1">
          <a:blip r:embed="rId4"/>
          <a:srcRect/>
          <a:stretch>
            <a:fillRect/>
          </a:stretch>
        </p:blipFill>
        <p:spPr>
          <a:xfrm>
            <a:off x="7416251" y="1920439"/>
            <a:ext cx="4572674" cy="3342598"/>
          </a:xfrm>
          <a:prstGeom prst="rect">
            <a:avLst/>
          </a:prstGeom>
          <a:noFill/>
          <a:ln>
            <a:noFill/>
          </a:ln>
        </p:spPr>
      </p:pic>
      <p:sp>
        <p:nvSpPr>
          <p:cNvPr id="787" name="Google Shape;787;p49"/>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791" name="Shape 791"/>
        <p:cNvGrpSpPr/>
        <p:nvPr/>
      </p:nvGrpSpPr>
      <p:grpSpPr>
        <a:xfrm>
          <a:off x="0" y="0"/>
          <a:ext cx="0" cy="0"/>
          <a:chOff x="0" y="0"/>
          <a:chExt cx="0" cy="0"/>
        </a:xfrm>
      </p:grpSpPr>
      <p:sp>
        <p:nvSpPr>
          <p:cNvPr id="792" name="Google Shape;792;p50"/>
          <p:cNvSpPr/>
          <p:nvPr/>
        </p:nvSpPr>
        <p:spPr>
          <a:xfrm>
            <a:off x="6612890" y="843280"/>
            <a:ext cx="6179397"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793" name="Google Shape;793;p50"/>
          <p:cNvSpPr/>
          <p:nvPr/>
        </p:nvSpPr>
        <p:spPr>
          <a:xfrm>
            <a:off x="7664704" y="314960"/>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794" name="Google Shape;794;p50"/>
          <p:cNvSpPr/>
          <p:nvPr/>
        </p:nvSpPr>
        <p:spPr>
          <a:xfrm>
            <a:off x="10357104" y="299720"/>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795" name="Google Shape;795;p50"/>
          <p:cNvGrpSpPr/>
          <p:nvPr/>
        </p:nvGrpSpPr>
        <p:grpSpPr>
          <a:xfrm>
            <a:off x="8902531" y="299720"/>
            <a:ext cx="3086947" cy="589280"/>
            <a:chOff x="19244" y="588"/>
            <a:chExt cx="7292" cy="1392"/>
          </a:xfrm>
        </p:grpSpPr>
        <p:sp>
          <p:nvSpPr>
            <p:cNvPr id="796" name="Google Shape;796;p50"/>
            <p:cNvSpPr/>
            <p:nvPr/>
          </p:nvSpPr>
          <p:spPr>
            <a:xfrm>
              <a:off x="22680" y="588"/>
              <a:ext cx="3856" cy="1385"/>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797" name="Google Shape;797;p50"/>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grpSp>
        <p:nvGrpSpPr>
          <p:cNvPr id="798" name="Google Shape;798;p50"/>
          <p:cNvGrpSpPr/>
          <p:nvPr/>
        </p:nvGrpSpPr>
        <p:grpSpPr>
          <a:xfrm>
            <a:off x="7711694" y="363855"/>
            <a:ext cx="4347210" cy="521970"/>
            <a:chOff x="8288" y="4121"/>
            <a:chExt cx="6846" cy="822"/>
          </a:xfrm>
        </p:grpSpPr>
        <p:sp>
          <p:nvSpPr>
            <p:cNvPr id="799" name="Google Shape;799;p50"/>
            <p:cNvSpPr txBox="1"/>
            <p:nvPr/>
          </p:nvSpPr>
          <p:spPr>
            <a:xfrm>
              <a:off x="8288" y="4121"/>
              <a:ext cx="1875"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800" name="Google Shape;800;p50"/>
            <p:cNvSpPr txBox="1"/>
            <p:nvPr/>
          </p:nvSpPr>
          <p:spPr>
            <a:xfrm>
              <a:off x="10560" y="4121"/>
              <a:ext cx="2424"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801" name="Google Shape;801;p50"/>
            <p:cNvSpPr txBox="1"/>
            <p:nvPr/>
          </p:nvSpPr>
          <p:spPr>
            <a:xfrm>
              <a:off x="12785" y="4121"/>
              <a:ext cx="2349"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802" name="Google Shape;802;p50"/>
          <p:cNvSpPr txBox="1"/>
          <p:nvPr/>
        </p:nvSpPr>
        <p:spPr>
          <a:xfrm>
            <a:off x="133096" y="173990"/>
            <a:ext cx="1997332" cy="4914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600"/>
              <a:buFont typeface="Times New Roman" panose="02020603050405020304"/>
              <a:buNone/>
            </a:pPr>
            <a:r>
              <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3</a:t>
            </a:r>
            <a:endParaRPr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03" name="Google Shape;803;p50"/>
          <p:cNvSpPr txBox="1"/>
          <p:nvPr/>
        </p:nvSpPr>
        <p:spPr>
          <a:xfrm>
            <a:off x="988948" y="1738082"/>
            <a:ext cx="1140040" cy="533223"/>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1200"/>
              <a:buFont typeface="华文楷体" panose="02010600040101010101" charset="-122"/>
              <a:buNone/>
            </a:pPr>
            <a:r>
              <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Wáng Yīxuě</a:t>
            </a:r>
            <a:endParaRPr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Clr>
                <a:srgbClr val="000000"/>
              </a:buClr>
              <a:buSzPts val="1600"/>
              <a:buFont typeface="楷体" panose="02010609060101010101" charset="-122"/>
              <a:buNone/>
            </a:pPr>
            <a:r>
              <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王 一雪</a:t>
            </a:r>
            <a:endPar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804" name="Google Shape;804;p50"/>
          <p:cNvPicPr preferRelativeResize="0"/>
          <p:nvPr/>
        </p:nvPicPr>
        <p:blipFill rotWithShape="1">
          <a:blip r:embed="rId2"/>
          <a:srcRect/>
          <a:stretch>
            <a:fillRect/>
          </a:stretch>
        </p:blipFill>
        <p:spPr>
          <a:xfrm>
            <a:off x="360338" y="1735738"/>
            <a:ext cx="539831" cy="533222"/>
          </a:xfrm>
          <a:prstGeom prst="rect">
            <a:avLst/>
          </a:prstGeom>
          <a:noFill/>
          <a:ln>
            <a:noFill/>
          </a:ln>
        </p:spPr>
      </p:pic>
      <p:sp>
        <p:nvSpPr>
          <p:cNvPr id="805" name="Google Shape;805;p50"/>
          <p:cNvSpPr/>
          <p:nvPr/>
        </p:nvSpPr>
        <p:spPr>
          <a:xfrm rot="5400000">
            <a:off x="3741762" y="-379093"/>
            <a:ext cx="1836080" cy="4884075"/>
          </a:xfrm>
          <a:prstGeom prst="wedgeRoundRectCallout">
            <a:avLst>
              <a:gd name="adj1" fmla="val -3830"/>
              <a:gd name="adj2" fmla="val 56447"/>
              <a:gd name="adj3" fmla="val 16667"/>
            </a:avLst>
          </a:prstGeom>
          <a:noFill/>
          <a:ln w="127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806" name="Google Shape;806;p50"/>
          <p:cNvSpPr txBox="1"/>
          <p:nvPr/>
        </p:nvSpPr>
        <p:spPr>
          <a:xfrm>
            <a:off x="2512545" y="1288268"/>
            <a:ext cx="4294514" cy="1618414"/>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Clr>
                <a:srgbClr val="000000"/>
              </a:buClr>
              <a:buSzPts val="3200"/>
              <a:buFont typeface="楷体" panose="02010609060101010101" charset="-122"/>
              <a:buNone/>
            </a:pP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快去叫弟弟过来吃饭吧，吃完饭我们好要出去玩呢。</a:t>
            </a:r>
            <a:endPar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807" name="Google Shape;807;p50"/>
          <p:cNvSpPr txBox="1"/>
          <p:nvPr/>
        </p:nvSpPr>
        <p:spPr>
          <a:xfrm>
            <a:off x="936494" y="3492341"/>
            <a:ext cx="1140040" cy="56451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1200"/>
              <a:buFont typeface="华文楷体" panose="02010600040101010101" charset="-122"/>
              <a:buNone/>
            </a:pPr>
            <a:r>
              <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Liú Xiǎoxuě</a:t>
            </a:r>
            <a:endPar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Clr>
                <a:srgbClr val="000000"/>
              </a:buClr>
              <a:buSzPts val="1600"/>
              <a:buFont typeface="楷体" panose="02010609060101010101" charset="-122"/>
              <a:buNone/>
            </a:pPr>
            <a:r>
              <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刘小雪</a:t>
            </a:r>
            <a:endPar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808" name="Google Shape;808;p50"/>
          <p:cNvPicPr preferRelativeResize="0"/>
          <p:nvPr/>
        </p:nvPicPr>
        <p:blipFill rotWithShape="1">
          <a:blip r:embed="rId3"/>
          <a:srcRect l="12969" r="8459" b="70041"/>
          <a:stretch>
            <a:fillRect/>
          </a:stretch>
        </p:blipFill>
        <p:spPr>
          <a:xfrm>
            <a:off x="360338" y="3461914"/>
            <a:ext cx="605155" cy="619125"/>
          </a:xfrm>
          <a:prstGeom prst="rect">
            <a:avLst/>
          </a:prstGeom>
          <a:noFill/>
          <a:ln>
            <a:noFill/>
          </a:ln>
        </p:spPr>
      </p:pic>
      <p:sp>
        <p:nvSpPr>
          <p:cNvPr id="809" name="Google Shape;809;p50"/>
          <p:cNvSpPr txBox="1"/>
          <p:nvPr/>
        </p:nvSpPr>
        <p:spPr>
          <a:xfrm>
            <a:off x="936494" y="5150631"/>
            <a:ext cx="1140040" cy="533223"/>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1200"/>
              <a:buFont typeface="华文楷体" panose="02010600040101010101" charset="-122"/>
              <a:buNone/>
            </a:pPr>
            <a:r>
              <a:rPr lang="en-US"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Wáng Yīxuě</a:t>
            </a:r>
            <a:endParaRPr sz="12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10000"/>
              </a:lnSpc>
              <a:spcBef>
                <a:spcPts val="0"/>
              </a:spcBef>
              <a:spcAft>
                <a:spcPts val="0"/>
              </a:spcAft>
              <a:buClr>
                <a:srgbClr val="000000"/>
              </a:buClr>
              <a:buSzPts val="1600"/>
              <a:buFont typeface="楷体" panose="02010609060101010101" charset="-122"/>
              <a:buNone/>
            </a:pPr>
            <a:r>
              <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王 一雪</a:t>
            </a:r>
            <a:endParaRPr lang="en-US" sz="16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810" name="Google Shape;810;p50"/>
          <p:cNvPicPr preferRelativeResize="0"/>
          <p:nvPr/>
        </p:nvPicPr>
        <p:blipFill rotWithShape="1">
          <a:blip r:embed="rId2"/>
          <a:srcRect/>
          <a:stretch>
            <a:fillRect/>
          </a:stretch>
        </p:blipFill>
        <p:spPr>
          <a:xfrm>
            <a:off x="307884" y="5148287"/>
            <a:ext cx="539831" cy="533222"/>
          </a:xfrm>
          <a:prstGeom prst="rect">
            <a:avLst/>
          </a:prstGeom>
          <a:noFill/>
          <a:ln>
            <a:noFill/>
          </a:ln>
        </p:spPr>
      </p:pic>
      <p:sp>
        <p:nvSpPr>
          <p:cNvPr id="811" name="Google Shape;811;p50"/>
          <p:cNvSpPr/>
          <p:nvPr/>
        </p:nvSpPr>
        <p:spPr>
          <a:xfrm rot="5400000">
            <a:off x="4440945" y="2637260"/>
            <a:ext cx="1296992" cy="5743357"/>
          </a:xfrm>
          <a:prstGeom prst="wedgeRoundRectCallout">
            <a:avLst>
              <a:gd name="adj1" fmla="val -3830"/>
              <a:gd name="adj2" fmla="val 56447"/>
              <a:gd name="adj3" fmla="val 16667"/>
            </a:avLst>
          </a:prstGeom>
          <a:noFill/>
          <a:ln w="127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812" name="Google Shape;812;p50"/>
          <p:cNvSpPr txBox="1"/>
          <p:nvPr/>
        </p:nvSpPr>
        <p:spPr>
          <a:xfrm>
            <a:off x="2548864" y="4927808"/>
            <a:ext cx="5367156" cy="1229627"/>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Clr>
                <a:srgbClr val="000000"/>
              </a:buClr>
              <a:buSzPts val="3200"/>
              <a:buFont typeface="楷体" panose="02010609060101010101" charset="-122"/>
              <a:buNone/>
            </a:pP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是的，过生日就要吃好吃的，还要高高兴兴地玩。</a:t>
            </a:r>
            <a:endPar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813" name="Google Shape;813;p50"/>
          <p:cNvSpPr/>
          <p:nvPr/>
        </p:nvSpPr>
        <p:spPr>
          <a:xfrm rot="5400000">
            <a:off x="3570019" y="2161715"/>
            <a:ext cx="726681" cy="3431196"/>
          </a:xfrm>
          <a:prstGeom prst="wedgeRoundRectCallout">
            <a:avLst>
              <a:gd name="adj1" fmla="val -3830"/>
              <a:gd name="adj2" fmla="val 56447"/>
              <a:gd name="adj3" fmla="val 16667"/>
            </a:avLst>
          </a:prstGeom>
          <a:noFill/>
          <a:ln w="127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814" name="Google Shape;814;p50"/>
          <p:cNvSpPr txBox="1"/>
          <p:nvPr/>
        </p:nvSpPr>
        <p:spPr>
          <a:xfrm>
            <a:off x="2461895" y="3583940"/>
            <a:ext cx="3430270" cy="482600"/>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Clr>
                <a:srgbClr val="000000"/>
              </a:buClr>
              <a:buSzPts val="3200"/>
              <a:buFont typeface="楷体" panose="02010609060101010101" charset="-122"/>
              <a:buNone/>
            </a:pP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过生日真好啊！</a:t>
            </a:r>
            <a:endPar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815" name="Google Shape;815;p50" descr="揭秘长寿面的起源与传说：一碗面，一份心愿- 知乎"/>
          <p:cNvPicPr preferRelativeResize="0"/>
          <p:nvPr/>
        </p:nvPicPr>
        <p:blipFill rotWithShape="1">
          <a:blip r:embed="rId4"/>
          <a:srcRect/>
          <a:stretch>
            <a:fillRect/>
          </a:stretch>
        </p:blipFill>
        <p:spPr>
          <a:xfrm>
            <a:off x="7448584" y="1378982"/>
            <a:ext cx="4383078" cy="3204005"/>
          </a:xfrm>
          <a:prstGeom prst="rect">
            <a:avLst/>
          </a:prstGeom>
          <a:noFill/>
          <a:ln>
            <a:noFill/>
          </a:ln>
        </p:spPr>
      </p:pic>
      <p:sp>
        <p:nvSpPr>
          <p:cNvPr id="816" name="Google Shape;816;p50"/>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820" name="Shape 820"/>
        <p:cNvGrpSpPr/>
        <p:nvPr/>
      </p:nvGrpSpPr>
      <p:grpSpPr>
        <a:xfrm>
          <a:off x="0" y="0"/>
          <a:ext cx="0" cy="0"/>
          <a:chOff x="0" y="0"/>
          <a:chExt cx="0" cy="0"/>
        </a:xfrm>
      </p:grpSpPr>
      <p:sp>
        <p:nvSpPr>
          <p:cNvPr id="821" name="Google Shape;821;p51"/>
          <p:cNvSpPr/>
          <p:nvPr/>
        </p:nvSpPr>
        <p:spPr>
          <a:xfrm>
            <a:off x="1435417" y="302359"/>
            <a:ext cx="2314780" cy="715645"/>
          </a:xfrm>
          <a:prstGeom prst="doubleWave">
            <a:avLst>
              <a:gd name="adj1" fmla="val 6250"/>
              <a:gd name="adj2" fmla="val 0"/>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822" name="Google Shape;822;p51"/>
          <p:cNvSpPr/>
          <p:nvPr/>
        </p:nvSpPr>
        <p:spPr>
          <a:xfrm rot="10800000" flipH="1">
            <a:off x="96520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pic>
        <p:nvPicPr>
          <p:cNvPr id="823" name="Google Shape;823;p51"/>
          <p:cNvPicPr preferRelativeResize="0"/>
          <p:nvPr/>
        </p:nvPicPr>
        <p:blipFill rotWithShape="1">
          <a:blip r:embed="rId2"/>
          <a:srcRect/>
          <a:stretch>
            <a:fillRect/>
          </a:stretch>
        </p:blipFill>
        <p:spPr>
          <a:xfrm>
            <a:off x="-26783" y="-47119"/>
            <a:ext cx="1504315" cy="1558290"/>
          </a:xfrm>
          <a:prstGeom prst="rect">
            <a:avLst/>
          </a:prstGeom>
          <a:noFill/>
          <a:ln>
            <a:noFill/>
          </a:ln>
        </p:spPr>
      </p:pic>
      <p:sp>
        <p:nvSpPr>
          <p:cNvPr id="824" name="Google Shape;824;p51"/>
          <p:cNvSpPr txBox="1"/>
          <p:nvPr/>
        </p:nvSpPr>
        <p:spPr>
          <a:xfrm>
            <a:off x="1393063" y="356235"/>
            <a:ext cx="2460752" cy="5835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3200"/>
              <a:buFont typeface="华文楷体" panose="02010600040101010101" charset="-122"/>
              <a:buNone/>
            </a:pPr>
            <a:r>
              <a:rPr lang="en-US" sz="32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练习 </a:t>
            </a:r>
            <a:r>
              <a:rPr lang="en-US" sz="2400" b="0" i="0" u="none" strike="noStrike" cap="none">
                <a:solidFill>
                  <a:srgbClr val="1F3864"/>
                </a:solidFill>
                <a:latin typeface="Times New Roman" panose="02020603050405020304"/>
                <a:ea typeface="Times New Roman" panose="02020603050405020304"/>
                <a:cs typeface="Times New Roman" panose="02020603050405020304"/>
                <a:sym typeface="Times New Roman" panose="02020603050405020304"/>
              </a:rPr>
              <a:t>luyện tập</a:t>
            </a:r>
            <a:endParaRPr lang="en-US" sz="2400" b="0" i="0" u="none" strike="noStrike" cap="none">
              <a:solidFill>
                <a:srgbClr val="1F386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25" name="Google Shape;825;p51"/>
          <p:cNvSpPr/>
          <p:nvPr/>
        </p:nvSpPr>
        <p:spPr>
          <a:xfrm>
            <a:off x="1477532" y="1343154"/>
            <a:ext cx="10039350" cy="624840"/>
          </a:xfrm>
          <a:prstGeom prst="rect">
            <a:avLst/>
          </a:prstGeom>
          <a:no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Clr>
                <a:srgbClr val="002060"/>
              </a:buClr>
              <a:buSzPts val="2800"/>
              <a:buFont typeface="楷体" panose="02010609060101010101" charset="-122"/>
              <a:buNone/>
            </a:pPr>
            <a:r>
              <a:rPr lang="en-US" sz="2800" b="1" i="0" u="none" strike="noStrike" cap="none">
                <a:solidFill>
                  <a:srgbClr val="002060"/>
                </a:solidFill>
                <a:latin typeface="楷体" panose="02010609060101010101" charset="-122"/>
                <a:ea typeface="楷体" panose="02010609060101010101" charset="-122"/>
                <a:cs typeface="楷体" panose="02010609060101010101" charset="-122"/>
                <a:sym typeface="楷体" panose="02010609060101010101" charset="-122"/>
              </a:rPr>
              <a:t>根据课文内容回答问题 </a:t>
            </a:r>
            <a:endParaRPr lang="en-US" sz="2800" b="1" i="0" u="none" strike="noStrike" cap="none">
              <a:solidFill>
                <a:srgbClr val="002060"/>
              </a:solidFill>
              <a:latin typeface="楷体" panose="02010609060101010101" charset="-122"/>
              <a:ea typeface="楷体" panose="02010609060101010101" charset="-122"/>
              <a:cs typeface="楷体" panose="02010609060101010101" charset="-122"/>
              <a:sym typeface="楷体" panose="02010609060101010101" charset="-122"/>
            </a:endParaRPr>
          </a:p>
          <a:p>
            <a:pPr marL="0" marR="0" lvl="0" indent="0" algn="l" rtl="0">
              <a:lnSpc>
                <a:spcPct val="130000"/>
              </a:lnSpc>
              <a:spcBef>
                <a:spcPts val="0"/>
              </a:spcBef>
              <a:spcAft>
                <a:spcPts val="0"/>
              </a:spcAft>
              <a:buClr>
                <a:srgbClr val="002060"/>
              </a:buClr>
              <a:buSzPts val="2400"/>
              <a:buFont typeface="Times New Roman" panose="02020603050405020304"/>
              <a:buNone/>
            </a:pPr>
            <a:r>
              <a:rPr lang="en-US" sz="2400" b="0"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rPr>
              <a:t>Dựa vào nội dung bài khóa trả lời câu hỏi</a:t>
            </a:r>
            <a:endParaRPr lang="en-US" sz="2400" b="0"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26" name="Google Shape;826;p51"/>
          <p:cNvSpPr/>
          <p:nvPr/>
        </p:nvSpPr>
        <p:spPr>
          <a:xfrm>
            <a:off x="2711450" y="3068955"/>
            <a:ext cx="7067550" cy="148971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rgbClr val="000000"/>
              </a:buClr>
              <a:buSzPts val="3200"/>
              <a:buFont typeface="华文楷体" panose="02010600040101010101" charset="-122"/>
              <a:buNone/>
            </a:pPr>
            <a:r>
              <a:rPr lang="en-US"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1、刘明和王一雪准备了哪些吃的？</a:t>
            </a:r>
            <a:endParaRPr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50000"/>
              </a:lnSpc>
              <a:spcBef>
                <a:spcPts val="0"/>
              </a:spcBef>
              <a:spcAft>
                <a:spcPts val="0"/>
              </a:spcAft>
              <a:buClr>
                <a:srgbClr val="000000"/>
              </a:buClr>
              <a:buSzPts val="3200"/>
              <a:buFont typeface="华文楷体" panose="02010600040101010101" charset="-122"/>
              <a:buNone/>
            </a:pPr>
            <a:r>
              <a:rPr lang="en-US"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2、</a:t>
            </a:r>
            <a:r>
              <a:rPr lang="en-US" sz="3200">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刘小雪为什么觉得过生日真好？</a:t>
            </a:r>
            <a:endParaRPr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827" name="Google Shape;827;p5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831" name="Shape 831"/>
        <p:cNvGrpSpPr/>
        <p:nvPr/>
      </p:nvGrpSpPr>
      <p:grpSpPr>
        <a:xfrm>
          <a:off x="0" y="0"/>
          <a:ext cx="0" cy="0"/>
          <a:chOff x="0" y="0"/>
          <a:chExt cx="0" cy="0"/>
        </a:xfrm>
      </p:grpSpPr>
      <p:sp>
        <p:nvSpPr>
          <p:cNvPr id="832" name="Google Shape;832;p52"/>
          <p:cNvSpPr/>
          <p:nvPr/>
        </p:nvSpPr>
        <p:spPr>
          <a:xfrm>
            <a:off x="5575852" y="516835"/>
            <a:ext cx="4701209" cy="2246243"/>
          </a:xfrm>
          <a:prstGeom prst="cloud">
            <a:avLst/>
          </a:prstGeom>
          <a:solidFill>
            <a:srgbClr val="B9C6E8"/>
          </a:solidFill>
          <a:ln w="12700" cap="flat" cmpd="sng">
            <a:solidFill>
              <a:srgbClr val="FD87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833" name="Google Shape;833;p52"/>
          <p:cNvSpPr txBox="1"/>
          <p:nvPr/>
        </p:nvSpPr>
        <p:spPr>
          <a:xfrm>
            <a:off x="5952111" y="855126"/>
            <a:ext cx="3948689" cy="15696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600"/>
              <a:buFont typeface="华文楷体" panose="02010600040101010101" charset="-122"/>
              <a:buNone/>
            </a:pPr>
            <a:r>
              <a:rPr lang="en-US" sz="96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课文四</a:t>
            </a:r>
            <a:endParaRPr sz="96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34" name="Google Shape;834;p5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854" name="Shape 854"/>
        <p:cNvGrpSpPr/>
        <p:nvPr/>
      </p:nvGrpSpPr>
      <p:grpSpPr>
        <a:xfrm>
          <a:off x="0" y="0"/>
          <a:ext cx="0" cy="0"/>
          <a:chOff x="0" y="0"/>
          <a:chExt cx="0" cy="0"/>
        </a:xfrm>
      </p:grpSpPr>
      <p:sp>
        <p:nvSpPr>
          <p:cNvPr id="855" name="Google Shape;855;p54"/>
          <p:cNvSpPr/>
          <p:nvPr/>
        </p:nvSpPr>
        <p:spPr>
          <a:xfrm>
            <a:off x="6976937" y="843355"/>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856" name="Google Shape;856;p54"/>
          <p:cNvSpPr/>
          <p:nvPr/>
        </p:nvSpPr>
        <p:spPr>
          <a:xfrm>
            <a:off x="9669337" y="828115"/>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857" name="Google Shape;857;p54"/>
          <p:cNvGrpSpPr/>
          <p:nvPr/>
        </p:nvGrpSpPr>
        <p:grpSpPr>
          <a:xfrm>
            <a:off x="6976937" y="843355"/>
            <a:ext cx="4412403" cy="574040"/>
            <a:chOff x="16320" y="624"/>
            <a:chExt cx="10423" cy="1356"/>
          </a:xfrm>
        </p:grpSpPr>
        <p:sp>
          <p:nvSpPr>
            <p:cNvPr id="858" name="Google Shape;858;p54"/>
            <p:cNvSpPr/>
            <p:nvPr/>
          </p:nvSpPr>
          <p:spPr>
            <a:xfrm>
              <a:off x="16320" y="624"/>
              <a:ext cx="3675" cy="1356"/>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859" name="Google Shape;859;p54"/>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860" name="Google Shape;860;p54"/>
            <p:cNvSpPr txBox="1"/>
            <p:nvPr/>
          </p:nvSpPr>
          <p:spPr>
            <a:xfrm>
              <a:off x="16431" y="746"/>
              <a:ext cx="2813"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861" name="Google Shape;861;p54"/>
            <p:cNvSpPr txBox="1"/>
            <p:nvPr/>
          </p:nvSpPr>
          <p:spPr>
            <a:xfrm>
              <a:off x="19881" y="745"/>
              <a:ext cx="3636"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862" name="Google Shape;862;p54"/>
            <p:cNvSpPr txBox="1"/>
            <p:nvPr/>
          </p:nvSpPr>
          <p:spPr>
            <a:xfrm>
              <a:off x="23219" y="746"/>
              <a:ext cx="3524"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863" name="Google Shape;863;p54"/>
          <p:cNvSpPr txBox="1"/>
          <p:nvPr/>
        </p:nvSpPr>
        <p:spPr>
          <a:xfrm>
            <a:off x="1013915" y="699525"/>
            <a:ext cx="3647863" cy="4914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600"/>
              <a:buFont typeface="Times New Roman" panose="02020603050405020304"/>
              <a:buNone/>
            </a:pPr>
            <a:r>
              <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4</a:t>
            </a:r>
            <a:endParaRPr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4" name="Google Shape;864;p54" descr="大步向前走PNG图片素材下载_图片编号8454237-PNG素材网"/>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graphicFrame>
        <p:nvGraphicFramePr>
          <p:cNvPr id="865" name="Google Shape;865;p54"/>
          <p:cNvGraphicFramePr/>
          <p:nvPr/>
        </p:nvGraphicFramePr>
        <p:xfrm>
          <a:off x="784629" y="1716722"/>
          <a:ext cx="10622750" cy="3000000"/>
        </p:xfrm>
        <a:graphic>
          <a:graphicData uri="http://schemas.openxmlformats.org/drawingml/2006/table">
            <a:tbl>
              <a:tblPr firstRow="1">
                <a:noFill/>
                <a:tableStyleId>{616B6170-AF40-4580-B3EE-5425D5FEA18A}</a:tableStyleId>
              </a:tblPr>
              <a:tblGrid>
                <a:gridCol w="878175"/>
                <a:gridCol w="2276250"/>
                <a:gridCol w="2004550"/>
                <a:gridCol w="982500"/>
                <a:gridCol w="4481275"/>
              </a:tblGrid>
              <a:tr h="765175">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13</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床</a:t>
                      </a:r>
                      <a:endParaRPr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Chuáng  </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 </a:t>
                      </a:r>
                      <a:endParaRPr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Cái giường</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83450" marB="83450"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r>
            </a:tbl>
          </a:graphicData>
        </a:graphic>
      </p:graphicFrame>
      <p:pic>
        <p:nvPicPr>
          <p:cNvPr id="866" name="Google Shape;866;p54" descr="可爱水彩床图片-可爱水彩床素材-可爱水彩床模板图片下载-千库网"/>
          <p:cNvPicPr preferRelativeResize="0"/>
          <p:nvPr/>
        </p:nvPicPr>
        <p:blipFill rotWithShape="1">
          <a:blip r:embed="rId2"/>
          <a:srcRect/>
          <a:stretch>
            <a:fillRect/>
          </a:stretch>
        </p:blipFill>
        <p:spPr>
          <a:xfrm>
            <a:off x="9077588" y="3784105"/>
            <a:ext cx="2728239" cy="2736035"/>
          </a:xfrm>
          <a:prstGeom prst="rect">
            <a:avLst/>
          </a:prstGeom>
          <a:noFill/>
          <a:ln>
            <a:noFill/>
          </a:ln>
        </p:spPr>
      </p:pic>
      <p:sp>
        <p:nvSpPr>
          <p:cNvPr id="867" name="Google Shape;867;p54"/>
          <p:cNvSpPr/>
          <p:nvPr/>
        </p:nvSpPr>
        <p:spPr>
          <a:xfrm>
            <a:off x="4902495" y="3393905"/>
            <a:ext cx="5222975" cy="1489703"/>
          </a:xfrm>
          <a:prstGeom prst="rect">
            <a:avLst/>
          </a:prstGeom>
          <a:noFill/>
          <a:ln>
            <a:noFill/>
          </a:ln>
        </p:spPr>
        <p:txBody>
          <a:bodyPr spcFirstLastPara="1" wrap="square" lIns="91425" tIns="45700" rIns="91425" bIns="45700" anchor="t" anchorCtr="0">
            <a:noAutofit/>
          </a:bodyPr>
          <a:lstStyle/>
          <a:p>
            <a:pPr marL="514350" marR="0" lvl="0" indent="-514350" algn="l" rtl="0">
              <a:lnSpc>
                <a:spcPct val="150000"/>
              </a:lnSpc>
              <a:spcBef>
                <a:spcPts val="0"/>
              </a:spcBef>
              <a:spcAft>
                <a:spcPts val="0"/>
              </a:spcAft>
              <a:buClr>
                <a:srgbClr val="000000"/>
              </a:buClr>
              <a:buSzPts val="3200"/>
              <a:buFont typeface="华文楷体" panose="02010600040101010101" charset="-122"/>
              <a:buAutoNum type="arabicPeriod"/>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美美的床很可爱。</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514350" marR="0" lvl="0" indent="-514350" algn="l" rtl="0">
              <a:lnSpc>
                <a:spcPct val="150000"/>
              </a:lnSpc>
              <a:spcBef>
                <a:spcPts val="0"/>
              </a:spcBef>
              <a:spcAft>
                <a:spcPts val="0"/>
              </a:spcAft>
              <a:buClr>
                <a:srgbClr val="000000"/>
              </a:buClr>
              <a:buSzPts val="3200"/>
              <a:buFont typeface="华文楷体" panose="02010600040101010101" charset="-122"/>
              <a:buAutoNum type="arabicPeriod"/>
            </a:pPr>
            <a:r>
              <a:rPr lang="en-US"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他们躺着在床上看书。</a:t>
            </a:r>
            <a:endParaRPr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pic>
        <p:nvPicPr>
          <p:cNvPr id="868" name="Google Shape;868;p54" descr="床汉字详情- yohanzi.com"/>
          <p:cNvPicPr preferRelativeResize="0"/>
          <p:nvPr/>
        </p:nvPicPr>
        <p:blipFill rotWithShape="1">
          <a:blip r:embed="rId3"/>
          <a:srcRect/>
          <a:stretch>
            <a:fillRect/>
          </a:stretch>
        </p:blipFill>
        <p:spPr>
          <a:xfrm>
            <a:off x="1013915" y="2888546"/>
            <a:ext cx="2975113" cy="2975113"/>
          </a:xfrm>
          <a:prstGeom prst="rect">
            <a:avLst/>
          </a:prstGeom>
          <a:noFill/>
          <a:ln>
            <a:noFill/>
          </a:ln>
        </p:spPr>
      </p:pic>
      <p:sp>
        <p:nvSpPr>
          <p:cNvPr id="869" name="Google Shape;869;p54"/>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838" name="Shape 838"/>
        <p:cNvGrpSpPr/>
        <p:nvPr/>
      </p:nvGrpSpPr>
      <p:grpSpPr>
        <a:xfrm>
          <a:off x="0" y="0"/>
          <a:ext cx="0" cy="0"/>
          <a:chOff x="0" y="0"/>
          <a:chExt cx="0" cy="0"/>
        </a:xfrm>
      </p:grpSpPr>
      <p:sp>
        <p:nvSpPr>
          <p:cNvPr id="839" name="Google Shape;839;p53"/>
          <p:cNvSpPr/>
          <p:nvPr/>
        </p:nvSpPr>
        <p:spPr>
          <a:xfrm>
            <a:off x="7682992" y="308864"/>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840" name="Google Shape;840;p53"/>
          <p:cNvSpPr/>
          <p:nvPr/>
        </p:nvSpPr>
        <p:spPr>
          <a:xfrm>
            <a:off x="10375392" y="293624"/>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841" name="Google Shape;841;p53"/>
          <p:cNvGrpSpPr/>
          <p:nvPr/>
        </p:nvGrpSpPr>
        <p:grpSpPr>
          <a:xfrm>
            <a:off x="7682992" y="308864"/>
            <a:ext cx="4412403" cy="574040"/>
            <a:chOff x="16320" y="624"/>
            <a:chExt cx="10423" cy="1356"/>
          </a:xfrm>
        </p:grpSpPr>
        <p:sp>
          <p:nvSpPr>
            <p:cNvPr id="842" name="Google Shape;842;p53"/>
            <p:cNvSpPr/>
            <p:nvPr/>
          </p:nvSpPr>
          <p:spPr>
            <a:xfrm>
              <a:off x="16320" y="624"/>
              <a:ext cx="3675" cy="1356"/>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843" name="Google Shape;843;p53"/>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844" name="Google Shape;844;p53"/>
            <p:cNvSpPr txBox="1"/>
            <p:nvPr/>
          </p:nvSpPr>
          <p:spPr>
            <a:xfrm>
              <a:off x="16431" y="746"/>
              <a:ext cx="2813"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845" name="Google Shape;845;p53"/>
            <p:cNvSpPr txBox="1"/>
            <p:nvPr/>
          </p:nvSpPr>
          <p:spPr>
            <a:xfrm>
              <a:off x="19881" y="745"/>
              <a:ext cx="3636"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846" name="Google Shape;846;p53"/>
            <p:cNvSpPr txBox="1"/>
            <p:nvPr/>
          </p:nvSpPr>
          <p:spPr>
            <a:xfrm>
              <a:off x="23219" y="746"/>
              <a:ext cx="3524"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847" name="Google Shape;847;p53"/>
          <p:cNvSpPr/>
          <p:nvPr/>
        </p:nvSpPr>
        <p:spPr>
          <a:xfrm rot="10800000" flipH="1">
            <a:off x="96520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graphicFrame>
        <p:nvGraphicFramePr>
          <p:cNvPr id="848" name="Google Shape;848;p53"/>
          <p:cNvGraphicFramePr/>
          <p:nvPr/>
        </p:nvGraphicFramePr>
        <p:xfrm>
          <a:off x="784629" y="2021740"/>
          <a:ext cx="10622750" cy="3000000"/>
        </p:xfrm>
        <a:graphic>
          <a:graphicData uri="http://schemas.openxmlformats.org/drawingml/2006/table">
            <a:tbl>
              <a:tblPr firstRow="1">
                <a:noFill/>
                <a:tableStyleId>{616B6170-AF40-4580-B3EE-5425D5FEA18A}</a:tableStyleId>
              </a:tblPr>
              <a:tblGrid>
                <a:gridCol w="878175"/>
                <a:gridCol w="2276250"/>
                <a:gridCol w="2004550"/>
                <a:gridCol w="982500"/>
                <a:gridCol w="4481275"/>
              </a:tblGrid>
              <a:tr h="1446700">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13</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床</a:t>
                      </a:r>
                      <a:endParaRPr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Chuáng  </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 </a:t>
                      </a:r>
                      <a:endParaRPr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Cái giường</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83450" marB="83450"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r>
              <a:tr h="1367825">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14</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舒服</a:t>
                      </a:r>
                      <a:endParaRPr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Shùfu </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adj</a:t>
                      </a:r>
                      <a:endPar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Thoải mái, dễ chịu</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83450" marB="83450"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r>
            </a:tbl>
          </a:graphicData>
        </a:graphic>
      </p:graphicFrame>
      <p:sp>
        <p:nvSpPr>
          <p:cNvPr id="849" name="Google Shape;849;p53"/>
          <p:cNvSpPr txBox="1"/>
          <p:nvPr/>
        </p:nvSpPr>
        <p:spPr>
          <a:xfrm>
            <a:off x="4815332" y="88943"/>
            <a:ext cx="3647863" cy="4914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600"/>
              <a:buFont typeface="Times New Roman" panose="02020603050405020304"/>
              <a:buNone/>
            </a:pPr>
            <a:r>
              <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4</a:t>
            </a:r>
            <a:endPar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50" name="Google Shape;850;p5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873" name="Shape 873"/>
        <p:cNvGrpSpPr/>
        <p:nvPr/>
      </p:nvGrpSpPr>
      <p:grpSpPr>
        <a:xfrm>
          <a:off x="0" y="0"/>
          <a:ext cx="0" cy="0"/>
          <a:chOff x="0" y="0"/>
          <a:chExt cx="0" cy="0"/>
        </a:xfrm>
      </p:grpSpPr>
      <p:sp>
        <p:nvSpPr>
          <p:cNvPr id="874" name="Google Shape;874;p55"/>
          <p:cNvSpPr/>
          <p:nvPr/>
        </p:nvSpPr>
        <p:spPr>
          <a:xfrm>
            <a:off x="6976937" y="843355"/>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875" name="Google Shape;875;p55"/>
          <p:cNvSpPr/>
          <p:nvPr/>
        </p:nvSpPr>
        <p:spPr>
          <a:xfrm>
            <a:off x="9669337" y="828115"/>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876" name="Google Shape;876;p55"/>
          <p:cNvGrpSpPr/>
          <p:nvPr/>
        </p:nvGrpSpPr>
        <p:grpSpPr>
          <a:xfrm>
            <a:off x="6976937" y="843355"/>
            <a:ext cx="4412403" cy="574040"/>
            <a:chOff x="16320" y="624"/>
            <a:chExt cx="10423" cy="1356"/>
          </a:xfrm>
        </p:grpSpPr>
        <p:sp>
          <p:nvSpPr>
            <p:cNvPr id="877" name="Google Shape;877;p55"/>
            <p:cNvSpPr/>
            <p:nvPr/>
          </p:nvSpPr>
          <p:spPr>
            <a:xfrm>
              <a:off x="16320" y="624"/>
              <a:ext cx="3675" cy="1356"/>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878" name="Google Shape;878;p55"/>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879" name="Google Shape;879;p55"/>
            <p:cNvSpPr txBox="1"/>
            <p:nvPr/>
          </p:nvSpPr>
          <p:spPr>
            <a:xfrm>
              <a:off x="16431" y="746"/>
              <a:ext cx="2813"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880" name="Google Shape;880;p55"/>
            <p:cNvSpPr txBox="1"/>
            <p:nvPr/>
          </p:nvSpPr>
          <p:spPr>
            <a:xfrm>
              <a:off x="19881" y="745"/>
              <a:ext cx="3636"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881" name="Google Shape;881;p55"/>
            <p:cNvSpPr txBox="1"/>
            <p:nvPr/>
          </p:nvSpPr>
          <p:spPr>
            <a:xfrm>
              <a:off x="23219" y="746"/>
              <a:ext cx="3524" cy="1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882" name="Google Shape;882;p55"/>
          <p:cNvSpPr txBox="1"/>
          <p:nvPr/>
        </p:nvSpPr>
        <p:spPr>
          <a:xfrm>
            <a:off x="1013915" y="699525"/>
            <a:ext cx="3647863" cy="4914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600"/>
              <a:buFont typeface="Times New Roman" panose="02020603050405020304"/>
              <a:buNone/>
            </a:pPr>
            <a:r>
              <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4</a:t>
            </a:r>
            <a:endParaRPr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83" name="Google Shape;883;p55"/>
          <p:cNvSpPr txBox="1"/>
          <p:nvPr/>
        </p:nvSpPr>
        <p:spPr>
          <a:xfrm>
            <a:off x="5327374" y="3545342"/>
            <a:ext cx="6079996" cy="1696298"/>
          </a:xfrm>
          <a:prstGeom prst="rect">
            <a:avLst/>
          </a:prstGeom>
          <a:noFill/>
          <a:ln>
            <a:noFill/>
          </a:ln>
        </p:spPr>
        <p:txBody>
          <a:bodyPr spcFirstLastPara="1" wrap="square" lIns="91425" tIns="45700" rIns="91425" bIns="45700" anchor="t" anchorCtr="0">
            <a:spAutoFit/>
          </a:bodyPr>
          <a:lstStyle/>
          <a:p>
            <a:pPr marL="514350" marR="0" lvl="0" indent="-514350" algn="l" rtl="0">
              <a:lnSpc>
                <a:spcPct val="110000"/>
              </a:lnSpc>
              <a:spcBef>
                <a:spcPts val="0"/>
              </a:spcBef>
              <a:spcAft>
                <a:spcPts val="0"/>
              </a:spcAft>
              <a:buClr>
                <a:srgbClr val="000000"/>
              </a:buClr>
              <a:buSzPts val="3200"/>
              <a:buFont typeface="华文楷体" panose="02010600040101010101" charset="-122"/>
              <a:buAutoNum type="arabicPeriod"/>
            </a:pPr>
            <a:r>
              <a:rPr lang="en-US"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舒服舒服地睡一觉。</a:t>
            </a:r>
            <a:endParaRPr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514350" marR="0" lvl="0" indent="-514350" algn="l" rtl="0">
              <a:lnSpc>
                <a:spcPct val="110000"/>
              </a:lnSpc>
              <a:spcBef>
                <a:spcPts val="0"/>
              </a:spcBef>
              <a:spcAft>
                <a:spcPts val="0"/>
              </a:spcAft>
              <a:buClr>
                <a:srgbClr val="000000"/>
              </a:buClr>
              <a:buSzPts val="3200"/>
              <a:buFont typeface="华文楷体" panose="02010600040101010101" charset="-122"/>
              <a:buAutoNum type="arabicPeriod"/>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今天天气很舒服，出去玩玩吧。</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514350" marR="0" lvl="0" indent="-514350" algn="l" rtl="0">
              <a:lnSpc>
                <a:spcPct val="110000"/>
              </a:lnSpc>
              <a:spcBef>
                <a:spcPts val="0"/>
              </a:spcBef>
              <a:spcAft>
                <a:spcPts val="0"/>
              </a:spcAft>
              <a:buClr>
                <a:srgbClr val="000000"/>
              </a:buClr>
              <a:buSzPts val="3200"/>
              <a:buFont typeface="华文楷体" panose="02010600040101010101" charset="-122"/>
              <a:buAutoNum type="arabicPeriod"/>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你哪里不舒服呢？</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aphicFrame>
        <p:nvGraphicFramePr>
          <p:cNvPr id="884" name="Google Shape;884;p55"/>
          <p:cNvGraphicFramePr/>
          <p:nvPr/>
        </p:nvGraphicFramePr>
        <p:xfrm>
          <a:off x="784629" y="1677572"/>
          <a:ext cx="10622750" cy="3000000"/>
        </p:xfrm>
        <a:graphic>
          <a:graphicData uri="http://schemas.openxmlformats.org/drawingml/2006/table">
            <a:tbl>
              <a:tblPr firstRow="1">
                <a:noFill/>
                <a:tableStyleId>{616B6170-AF40-4580-B3EE-5425D5FEA18A}</a:tableStyleId>
              </a:tblPr>
              <a:tblGrid>
                <a:gridCol w="878175"/>
                <a:gridCol w="2276250"/>
                <a:gridCol w="2004550"/>
                <a:gridCol w="982500"/>
                <a:gridCol w="4481275"/>
              </a:tblGrid>
              <a:tr h="786925">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14</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舒服</a:t>
                      </a:r>
                      <a:endParaRPr sz="28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Shùfu </a:t>
                      </a:r>
                      <a:endParaRPr lang="en-US" sz="2400" b="0" u="none" strike="noStrike" cap="none">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adj</a:t>
                      </a:r>
                      <a:endParaRPr lang="en-US" sz="2400" b="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Thoải mái, dễ chịu</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83450" marB="83450"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B3C6E7"/>
                    </a:solidFill>
                  </a:tcPr>
                </a:tc>
              </a:tr>
            </a:tbl>
          </a:graphicData>
        </a:graphic>
      </p:graphicFrame>
      <p:pic>
        <p:nvPicPr>
          <p:cNvPr id="885" name="Google Shape;885;p55" descr="舒字笔顺_舒笔顺书写"/>
          <p:cNvPicPr preferRelativeResize="0"/>
          <p:nvPr/>
        </p:nvPicPr>
        <p:blipFill rotWithShape="1">
          <a:blip r:embed="rId2"/>
          <a:srcRect/>
          <a:stretch>
            <a:fillRect/>
          </a:stretch>
        </p:blipFill>
        <p:spPr>
          <a:xfrm>
            <a:off x="1013915" y="3376086"/>
            <a:ext cx="2034811" cy="2034811"/>
          </a:xfrm>
          <a:prstGeom prst="rect">
            <a:avLst/>
          </a:prstGeom>
          <a:noFill/>
          <a:ln>
            <a:noFill/>
          </a:ln>
        </p:spPr>
      </p:pic>
      <p:pic>
        <p:nvPicPr>
          <p:cNvPr id="886" name="Google Shape;886;p55" descr="服组词_服的部首_服的笔画？高考必考！ - 掌上高考- 掌上高考"/>
          <p:cNvPicPr preferRelativeResize="0"/>
          <p:nvPr/>
        </p:nvPicPr>
        <p:blipFill rotWithShape="1">
          <a:blip r:embed="rId3"/>
          <a:srcRect/>
          <a:stretch>
            <a:fillRect/>
          </a:stretch>
        </p:blipFill>
        <p:spPr>
          <a:xfrm>
            <a:off x="3048726" y="3376086"/>
            <a:ext cx="2034811" cy="2034811"/>
          </a:xfrm>
          <a:prstGeom prst="rect">
            <a:avLst/>
          </a:prstGeom>
          <a:noFill/>
          <a:ln>
            <a:noFill/>
          </a:ln>
        </p:spPr>
      </p:pic>
      <p:sp>
        <p:nvSpPr>
          <p:cNvPr id="887" name="Google Shape;887;p5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83"/>
                                        </p:tgtEl>
                                        <p:attrNameLst>
                                          <p:attrName>style.visibility</p:attrName>
                                        </p:attrNameLst>
                                      </p:cBhvr>
                                      <p:to>
                                        <p:strVal val="visible"/>
                                      </p:to>
                                    </p:set>
                                    <p:animEffect transition="in" filter="fade">
                                      <p:cBhvr>
                                        <p:cTn id="7" dur="500"/>
                                        <p:tgtEl>
                                          <p:spTgt spid="8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891" name="Shape 891"/>
        <p:cNvGrpSpPr/>
        <p:nvPr/>
      </p:nvGrpSpPr>
      <p:grpSpPr>
        <a:xfrm>
          <a:off x="0" y="0"/>
          <a:ext cx="0" cy="0"/>
          <a:chOff x="0" y="0"/>
          <a:chExt cx="0" cy="0"/>
        </a:xfrm>
      </p:grpSpPr>
      <p:sp>
        <p:nvSpPr>
          <p:cNvPr id="892" name="Google Shape;892;p56"/>
          <p:cNvSpPr/>
          <p:nvPr/>
        </p:nvSpPr>
        <p:spPr>
          <a:xfrm>
            <a:off x="6612890" y="843280"/>
            <a:ext cx="6179397"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893" name="Google Shape;893;p56"/>
          <p:cNvSpPr/>
          <p:nvPr/>
        </p:nvSpPr>
        <p:spPr>
          <a:xfrm>
            <a:off x="7664704" y="314960"/>
            <a:ext cx="1507490" cy="574040"/>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894" name="Google Shape;894;p56"/>
          <p:cNvSpPr/>
          <p:nvPr/>
        </p:nvSpPr>
        <p:spPr>
          <a:xfrm>
            <a:off x="10357104" y="299720"/>
            <a:ext cx="1544743" cy="588857"/>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nvGrpSpPr>
          <p:cNvPr id="895" name="Google Shape;895;p56"/>
          <p:cNvGrpSpPr/>
          <p:nvPr/>
        </p:nvGrpSpPr>
        <p:grpSpPr>
          <a:xfrm>
            <a:off x="8902531" y="299720"/>
            <a:ext cx="3086947" cy="589280"/>
            <a:chOff x="19244" y="588"/>
            <a:chExt cx="7292" cy="1392"/>
          </a:xfrm>
        </p:grpSpPr>
        <p:sp>
          <p:nvSpPr>
            <p:cNvPr id="896" name="Google Shape;896;p56"/>
            <p:cNvSpPr/>
            <p:nvPr/>
          </p:nvSpPr>
          <p:spPr>
            <a:xfrm>
              <a:off x="22680" y="588"/>
              <a:ext cx="3856" cy="1385"/>
            </a:xfrm>
            <a:prstGeom prst="flowChartOnlineStorage">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sp>
          <p:nvSpPr>
            <p:cNvPr id="897" name="Google Shape;897;p56"/>
            <p:cNvSpPr/>
            <p:nvPr/>
          </p:nvSpPr>
          <p:spPr>
            <a:xfrm>
              <a:off x="19244" y="624"/>
              <a:ext cx="4156" cy="1356"/>
            </a:xfrm>
            <a:prstGeom prst="flowChartOnlineStorage">
              <a:avLst/>
            </a:prstGeom>
            <a:noFill/>
            <a:ln w="12700" cap="flat" cmpd="sng">
              <a:solidFill>
                <a:srgbClr val="2F5496"/>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1F3864"/>
                </a:solidFill>
                <a:latin typeface="Calibri" panose="020F0502020204030204"/>
                <a:ea typeface="Calibri" panose="020F0502020204030204"/>
                <a:cs typeface="Calibri" panose="020F0502020204030204"/>
                <a:sym typeface="Calibri" panose="020F0502020204030204"/>
              </a:endParaRPr>
            </a:p>
          </p:txBody>
        </p:sp>
      </p:grpSp>
      <p:grpSp>
        <p:nvGrpSpPr>
          <p:cNvPr id="898" name="Google Shape;898;p56"/>
          <p:cNvGrpSpPr/>
          <p:nvPr/>
        </p:nvGrpSpPr>
        <p:grpSpPr>
          <a:xfrm>
            <a:off x="7711694" y="363855"/>
            <a:ext cx="4347210" cy="521970"/>
            <a:chOff x="8288" y="4121"/>
            <a:chExt cx="6846" cy="822"/>
          </a:xfrm>
        </p:grpSpPr>
        <p:sp>
          <p:nvSpPr>
            <p:cNvPr id="899" name="Google Shape;899;p56"/>
            <p:cNvSpPr txBox="1"/>
            <p:nvPr/>
          </p:nvSpPr>
          <p:spPr>
            <a:xfrm>
              <a:off x="8288" y="4121"/>
              <a:ext cx="1875"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 生 词 </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900" name="Google Shape;900;p56"/>
            <p:cNvSpPr txBox="1"/>
            <p:nvPr/>
          </p:nvSpPr>
          <p:spPr>
            <a:xfrm>
              <a:off x="10560" y="4121"/>
              <a:ext cx="2424"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语 法</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901" name="Google Shape;901;p56"/>
            <p:cNvSpPr txBox="1"/>
            <p:nvPr/>
          </p:nvSpPr>
          <p:spPr>
            <a:xfrm>
              <a:off x="12785" y="4121"/>
              <a:ext cx="2349" cy="8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2800"/>
                <a:buFont typeface="华文楷体" panose="02010600040101010101" charset="-122"/>
                <a:buNone/>
              </a:pPr>
              <a:r>
                <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课 文</a:t>
              </a:r>
              <a:endParaRPr lang="en-US" sz="28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902" name="Google Shape;902;p56"/>
          <p:cNvSpPr txBox="1"/>
          <p:nvPr/>
        </p:nvSpPr>
        <p:spPr>
          <a:xfrm>
            <a:off x="186012" y="89958"/>
            <a:ext cx="3647863" cy="8925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600"/>
              <a:buFont typeface="Times New Roman" panose="02020603050405020304"/>
              <a:buNone/>
            </a:pPr>
            <a:r>
              <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Bài khóa 4</a:t>
            </a:r>
            <a:endParaRPr lang="en-US"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600"/>
              <a:buFont typeface="Calibri" panose="020F0502020204030204"/>
              <a:buNone/>
            </a:pPr>
            <a:endParaRPr sz="2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03" name="Google Shape;903;p56"/>
          <p:cNvSpPr txBox="1"/>
          <p:nvPr/>
        </p:nvSpPr>
        <p:spPr>
          <a:xfrm>
            <a:off x="839470" y="1484630"/>
            <a:ext cx="9968865" cy="3269615"/>
          </a:xfrm>
          <a:prstGeom prst="rect">
            <a:avLst/>
          </a:prstGeom>
          <a:noFill/>
          <a:ln>
            <a:noFill/>
          </a:ln>
        </p:spPr>
        <p:txBody>
          <a:bodyPr spcFirstLastPara="1" wrap="square" lIns="91425" tIns="45700" rIns="91425" bIns="45700" anchor="t" anchorCtr="0">
            <a:spAutoFit/>
          </a:bodyPr>
          <a:lstStyle/>
          <a:p>
            <a:pPr marL="0" marR="0" lvl="0" indent="0" algn="just" rtl="0">
              <a:lnSpc>
                <a:spcPct val="110000"/>
              </a:lnSpc>
              <a:spcBef>
                <a:spcPts val="0"/>
              </a:spcBef>
              <a:spcAft>
                <a:spcPts val="0"/>
              </a:spcAft>
              <a:buClr>
                <a:srgbClr val="000000"/>
              </a:buClr>
              <a:buSzPts val="3200"/>
              <a:buFont typeface="华文楷体" panose="02010600040101010101" charset="-122"/>
              <a:buNone/>
            </a:pPr>
            <a:r>
              <a:rPr lang="en-US"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	今天是女儿的生日</a:t>
            </a: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。我们买了蛋糕，做了面条儿，还做了鱼啊肉啊什么的。吃完晚饭。一家人去看了个电影。回家后，孩子们早早</a:t>
            </a:r>
            <a:r>
              <a:rPr lang="zh-CN"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地</a:t>
            </a:r>
            <a:r>
              <a:rPr lang="zh-CN" alt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就</a:t>
            </a: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上床了。明天不上学，他们说要舒服舒服地睡一觉，让我们晚点儿叫他们起床。这是很忙、很累，但很快乐的一天。</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just" rtl="0">
              <a:lnSpc>
                <a:spcPct val="110000"/>
              </a:lnSpc>
              <a:spcBef>
                <a:spcPts val="0"/>
              </a:spcBef>
              <a:spcAft>
                <a:spcPts val="0"/>
              </a:spcAft>
              <a:buNone/>
            </a:pPr>
            <a:r>
              <a:rPr lang="en-US" sz="2800">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	</a:t>
            </a:r>
            <a:endParaRPr sz="28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904" name="Google Shape;904;p5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3"/>
                                        </p:tgtEl>
                                        <p:attrNameLst>
                                          <p:attrName>style.visibility</p:attrName>
                                        </p:attrNameLst>
                                      </p:cBhvr>
                                      <p:to>
                                        <p:strVal val="visible"/>
                                      </p:to>
                                    </p:set>
                                    <p:animEffect transition="in" filter="fade">
                                      <p:cBhvr>
                                        <p:cTn id="7" dur="500"/>
                                        <p:tgtEl>
                                          <p:spTgt spid="9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908" name="Shape 908"/>
        <p:cNvGrpSpPr/>
        <p:nvPr/>
      </p:nvGrpSpPr>
      <p:grpSpPr>
        <a:xfrm>
          <a:off x="0" y="0"/>
          <a:ext cx="0" cy="0"/>
          <a:chOff x="0" y="0"/>
          <a:chExt cx="0" cy="0"/>
        </a:xfrm>
      </p:grpSpPr>
      <p:sp>
        <p:nvSpPr>
          <p:cNvPr id="909" name="Google Shape;909;p57"/>
          <p:cNvSpPr/>
          <p:nvPr/>
        </p:nvSpPr>
        <p:spPr>
          <a:xfrm>
            <a:off x="1435417" y="302359"/>
            <a:ext cx="2314780" cy="715645"/>
          </a:xfrm>
          <a:prstGeom prst="doubleWave">
            <a:avLst>
              <a:gd name="adj1" fmla="val 6250"/>
              <a:gd name="adj2" fmla="val 0"/>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910" name="Google Shape;910;p57"/>
          <p:cNvSpPr/>
          <p:nvPr/>
        </p:nvSpPr>
        <p:spPr>
          <a:xfrm rot="10800000" flipH="1">
            <a:off x="96520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pic>
        <p:nvPicPr>
          <p:cNvPr id="911" name="Google Shape;911;p57"/>
          <p:cNvPicPr preferRelativeResize="0"/>
          <p:nvPr/>
        </p:nvPicPr>
        <p:blipFill rotWithShape="1">
          <a:blip r:embed="rId2"/>
          <a:srcRect/>
          <a:stretch>
            <a:fillRect/>
          </a:stretch>
        </p:blipFill>
        <p:spPr>
          <a:xfrm>
            <a:off x="-26783" y="-47119"/>
            <a:ext cx="1504315" cy="1558290"/>
          </a:xfrm>
          <a:prstGeom prst="rect">
            <a:avLst/>
          </a:prstGeom>
          <a:noFill/>
          <a:ln>
            <a:noFill/>
          </a:ln>
        </p:spPr>
      </p:pic>
      <p:sp>
        <p:nvSpPr>
          <p:cNvPr id="912" name="Google Shape;912;p57"/>
          <p:cNvSpPr txBox="1"/>
          <p:nvPr/>
        </p:nvSpPr>
        <p:spPr>
          <a:xfrm>
            <a:off x="1393063" y="356235"/>
            <a:ext cx="2460752" cy="5835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3200"/>
              <a:buFont typeface="华文楷体" panose="02010600040101010101" charset="-122"/>
              <a:buNone/>
            </a:pPr>
            <a:r>
              <a:rPr lang="en-US" sz="32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练习 </a:t>
            </a:r>
            <a:r>
              <a:rPr lang="en-US" sz="2400" b="0" i="0" u="none" strike="noStrike" cap="none">
                <a:solidFill>
                  <a:srgbClr val="1F3864"/>
                </a:solidFill>
                <a:latin typeface="Times New Roman" panose="02020603050405020304"/>
                <a:ea typeface="Times New Roman" panose="02020603050405020304"/>
                <a:cs typeface="Times New Roman" panose="02020603050405020304"/>
                <a:sym typeface="Times New Roman" panose="02020603050405020304"/>
              </a:rPr>
              <a:t>luyện tập</a:t>
            </a:r>
            <a:endParaRPr lang="en-US" sz="2400" b="0" i="0" u="none" strike="noStrike" cap="none">
              <a:solidFill>
                <a:srgbClr val="1F386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13" name="Google Shape;913;p57"/>
          <p:cNvSpPr/>
          <p:nvPr/>
        </p:nvSpPr>
        <p:spPr>
          <a:xfrm>
            <a:off x="3896169" y="598991"/>
            <a:ext cx="10039350" cy="624840"/>
          </a:xfrm>
          <a:prstGeom prst="rect">
            <a:avLst/>
          </a:prstGeom>
          <a:no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Clr>
                <a:srgbClr val="002060"/>
              </a:buClr>
              <a:buSzPts val="2800"/>
              <a:buFont typeface="楷体" panose="02010609060101010101" charset="-122"/>
              <a:buNone/>
            </a:pPr>
            <a:r>
              <a:rPr lang="en-US" sz="2800" b="1" i="0" u="none" strike="noStrike" cap="none">
                <a:solidFill>
                  <a:srgbClr val="002060"/>
                </a:solidFill>
                <a:latin typeface="楷体" panose="02010609060101010101" charset="-122"/>
                <a:ea typeface="楷体" panose="02010609060101010101" charset="-122"/>
                <a:cs typeface="楷体" panose="02010609060101010101" charset="-122"/>
                <a:sym typeface="楷体" panose="02010609060101010101" charset="-122"/>
              </a:rPr>
              <a:t>根据课文内容,选择正确答案</a:t>
            </a:r>
            <a:endParaRPr sz="2800" b="1" i="0" u="none" strike="noStrike" cap="none">
              <a:solidFill>
                <a:srgbClr val="002060"/>
              </a:solidFill>
              <a:latin typeface="楷体" panose="02010609060101010101" charset="-122"/>
              <a:ea typeface="楷体" panose="02010609060101010101" charset="-122"/>
              <a:cs typeface="楷体" panose="02010609060101010101" charset="-122"/>
              <a:sym typeface="楷体" panose="02010609060101010101" charset="-122"/>
            </a:endParaRPr>
          </a:p>
          <a:p>
            <a:pPr marL="0" marR="0" lvl="0" indent="0" algn="l" rtl="0">
              <a:lnSpc>
                <a:spcPct val="130000"/>
              </a:lnSpc>
              <a:spcBef>
                <a:spcPts val="0"/>
              </a:spcBef>
              <a:spcAft>
                <a:spcPts val="0"/>
              </a:spcAft>
              <a:buClr>
                <a:srgbClr val="002060"/>
              </a:buClr>
              <a:buSzPts val="2400"/>
              <a:buFont typeface="Times New Roman" panose="02020603050405020304"/>
              <a:buNone/>
            </a:pPr>
            <a:r>
              <a:rPr lang="en-US" sz="2400" b="0"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rPr>
              <a:t>Dựa vào nội dung bài khóa chọn đáp án đúng.</a:t>
            </a:r>
            <a:endParaRPr sz="2400" b="0"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14" name="Google Shape;914;p57"/>
          <p:cNvSpPr/>
          <p:nvPr/>
        </p:nvSpPr>
        <p:spPr>
          <a:xfrm>
            <a:off x="1707341" y="1954123"/>
            <a:ext cx="9204499" cy="4453976"/>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rgbClr val="000000"/>
              </a:buClr>
              <a:buSzPts val="3200"/>
              <a:buFont typeface="华文楷体" panose="02010600040101010101" charset="-122"/>
              <a:buNone/>
            </a:pPr>
            <a:r>
              <a:rPr lang="en-US"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1、今天他们一起做什么了</a:t>
            </a: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a:t>
            </a:r>
            <a:endParaRPr sz="32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50000"/>
              </a:lnSpc>
              <a:spcBef>
                <a:spcPts val="0"/>
              </a:spcBef>
              <a:spcAft>
                <a:spcPts val="0"/>
              </a:spcAft>
              <a:buClr>
                <a:srgbClr val="000000"/>
              </a:buClr>
              <a:buSzPts val="3200"/>
              <a:buFont typeface="华文楷体" panose="02010600040101010101" charset="-122"/>
              <a:buNone/>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	A. 看电影		B. 做蛋糕		C. 出去吃饭</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50000"/>
              </a:lnSpc>
              <a:spcBef>
                <a:spcPts val="0"/>
              </a:spcBef>
              <a:spcAft>
                <a:spcPts val="0"/>
              </a:spcAft>
              <a:buClr>
                <a:schemeClr val="dk1"/>
              </a:buClr>
              <a:buSzPts val="3200"/>
              <a:buFont typeface="Calibri" panose="020F0502020204030204"/>
              <a:buNone/>
            </a:pP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50000"/>
              </a:lnSpc>
              <a:spcBef>
                <a:spcPts val="0"/>
              </a:spcBef>
              <a:spcAft>
                <a:spcPts val="0"/>
              </a:spcAft>
              <a:buNone/>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2、孩子们明天为什么要晚点儿起床？</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50000"/>
              </a:lnSpc>
              <a:spcBef>
                <a:spcPts val="0"/>
              </a:spcBef>
              <a:spcAft>
                <a:spcPts val="0"/>
              </a:spcAft>
              <a:buNone/>
            </a:pPr>
            <a:r>
              <a:rPr lang="en-US"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	A. 太累了		B. 不上学		C. 过生日</a:t>
            </a: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marR="0" lvl="0" indent="0" algn="l" rtl="0">
              <a:lnSpc>
                <a:spcPct val="150000"/>
              </a:lnSpc>
              <a:spcBef>
                <a:spcPts val="0"/>
              </a:spcBef>
              <a:spcAft>
                <a:spcPts val="0"/>
              </a:spcAft>
              <a:buNone/>
            </a:pPr>
            <a:endParaRPr sz="3200">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915" name="Google Shape;915;p5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919" name="Shape 919"/>
        <p:cNvGrpSpPr/>
        <p:nvPr/>
      </p:nvGrpSpPr>
      <p:grpSpPr>
        <a:xfrm>
          <a:off x="0" y="0"/>
          <a:ext cx="0" cy="0"/>
          <a:chOff x="0" y="0"/>
          <a:chExt cx="0" cy="0"/>
        </a:xfrm>
      </p:grpSpPr>
      <p:sp>
        <p:nvSpPr>
          <p:cNvPr id="920" name="Google Shape;920;p58"/>
          <p:cNvSpPr/>
          <p:nvPr/>
        </p:nvSpPr>
        <p:spPr>
          <a:xfrm>
            <a:off x="5476461" y="367748"/>
            <a:ext cx="5814391" cy="3061252"/>
          </a:xfrm>
          <a:prstGeom prst="cloud">
            <a:avLst/>
          </a:prstGeom>
          <a:solidFill>
            <a:srgbClr val="B9C6E8"/>
          </a:solidFill>
          <a:ln w="12700" cap="flat" cmpd="sng">
            <a:solidFill>
              <a:srgbClr val="FD87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921" name="Google Shape;921;p58"/>
          <p:cNvSpPr txBox="1"/>
          <p:nvPr/>
        </p:nvSpPr>
        <p:spPr>
          <a:xfrm>
            <a:off x="5897217" y="1113544"/>
            <a:ext cx="5542722" cy="15696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600"/>
              <a:buFont typeface="华文楷体" panose="02010600040101010101" charset="-122"/>
              <a:buNone/>
            </a:pPr>
            <a:r>
              <a:rPr lang="en-US" sz="9600" b="1"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综合练习</a:t>
            </a:r>
            <a:endParaRPr sz="96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22" name="Google Shape;922;p58"/>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926" name="Shape 926"/>
        <p:cNvGrpSpPr/>
        <p:nvPr/>
      </p:nvGrpSpPr>
      <p:grpSpPr>
        <a:xfrm>
          <a:off x="0" y="0"/>
          <a:ext cx="0" cy="0"/>
          <a:chOff x="0" y="0"/>
          <a:chExt cx="0" cy="0"/>
        </a:xfrm>
      </p:grpSpPr>
      <p:sp>
        <p:nvSpPr>
          <p:cNvPr id="927" name="Google Shape;927;p59"/>
          <p:cNvSpPr/>
          <p:nvPr/>
        </p:nvSpPr>
        <p:spPr>
          <a:xfrm rot="10800000" flipH="1">
            <a:off x="965200" y="889000"/>
            <a:ext cx="2000250" cy="50800"/>
          </a:xfrm>
          <a:prstGeom prst="mathMinus">
            <a:avLst>
              <a:gd name="adj1"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928" name="Google Shape;928;p59"/>
          <p:cNvSpPr/>
          <p:nvPr/>
        </p:nvSpPr>
        <p:spPr>
          <a:xfrm>
            <a:off x="4026567" y="7779"/>
            <a:ext cx="10039350" cy="624840"/>
          </a:xfrm>
          <a:prstGeom prst="rect">
            <a:avLst/>
          </a:prstGeom>
          <a:no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None/>
            </a:pPr>
            <a:r>
              <a:rPr lang="en-US" sz="2800" b="1">
                <a:solidFill>
                  <a:srgbClr val="002060"/>
                </a:solidFill>
                <a:latin typeface="楷体" panose="02010609060101010101" charset="-122"/>
                <a:ea typeface="楷体" panose="02010609060101010101" charset="-122"/>
                <a:cs typeface="楷体" panose="02010609060101010101" charset="-122"/>
                <a:sym typeface="楷体" panose="02010609060101010101" charset="-122"/>
              </a:rPr>
              <a:t>选词填空 </a:t>
            </a:r>
            <a:r>
              <a:rPr lang="en-US" sz="2400">
                <a:solidFill>
                  <a:srgbClr val="002060"/>
                </a:solidFill>
                <a:latin typeface="Times New Roman" panose="02020603050405020304"/>
                <a:ea typeface="Times New Roman" panose="02020603050405020304"/>
                <a:cs typeface="Times New Roman" panose="02020603050405020304"/>
                <a:sym typeface="Times New Roman" panose="02020603050405020304"/>
              </a:rPr>
              <a:t>Chọn đáp án đúng và điền vào chố trống.</a:t>
            </a:r>
            <a:endParaRPr lang="en-US" sz="2400">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929" name="Google Shape;929;p59"/>
          <p:cNvGrpSpPr/>
          <p:nvPr/>
        </p:nvGrpSpPr>
        <p:grpSpPr>
          <a:xfrm>
            <a:off x="3670673" y="926285"/>
            <a:ext cx="1266986" cy="556260"/>
            <a:chOff x="2534" y="2894"/>
            <a:chExt cx="1653" cy="876"/>
          </a:xfrm>
        </p:grpSpPr>
        <p:sp>
          <p:nvSpPr>
            <p:cNvPr id="930" name="Google Shape;930;p59"/>
            <p:cNvSpPr/>
            <p:nvPr/>
          </p:nvSpPr>
          <p:spPr>
            <a:xfrm>
              <a:off x="2534" y="2894"/>
              <a:ext cx="1505" cy="876"/>
            </a:xfrm>
            <a:prstGeom prst="roundRect">
              <a:avLst>
                <a:gd name="adj" fmla="val 16667"/>
              </a:avLst>
            </a:prstGeom>
            <a:solidFill>
              <a:srgbClr val="2F5496"/>
            </a:solidFill>
            <a:ln w="9525" cap="flat" cmpd="sng">
              <a:solidFill>
                <a:srgbClr val="2F54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931" name="Google Shape;931;p59"/>
            <p:cNvSpPr txBox="1"/>
            <p:nvPr/>
          </p:nvSpPr>
          <p:spPr>
            <a:xfrm>
              <a:off x="2779" y="2966"/>
              <a:ext cx="1408" cy="72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lt1"/>
                  </a:solidFill>
                  <a:latin typeface="华文楷体" panose="02010600040101010101" charset="-122"/>
                  <a:ea typeface="华文楷体" panose="02010600040101010101" charset="-122"/>
                  <a:cs typeface="华文楷体" panose="02010600040101010101" charset="-122"/>
                  <a:sym typeface="华文楷体" panose="02010600040101010101" charset="-122"/>
                </a:rPr>
                <a:t>快乐</a:t>
              </a:r>
              <a:endParaRPr lang="en-US" sz="2400">
                <a:solidFill>
                  <a:schemeClr val="lt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932" name="Google Shape;932;p59"/>
          <p:cNvSpPr txBox="1"/>
          <p:nvPr/>
        </p:nvSpPr>
        <p:spPr>
          <a:xfrm>
            <a:off x="5536565" y="3238153"/>
            <a:ext cx="4064000"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933" name="Google Shape;933;p59"/>
          <p:cNvSpPr txBox="1"/>
          <p:nvPr/>
        </p:nvSpPr>
        <p:spPr>
          <a:xfrm>
            <a:off x="450850" y="1605280"/>
            <a:ext cx="11669395" cy="4685665"/>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rPr>
              <a:t>（1）明天10点去小雪家，你别（…）了。</a:t>
            </a:r>
            <a:endParaRPr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a:p>
            <a:pPr marL="0" marR="0" lvl="0" indent="0" algn="l" rtl="0">
              <a:lnSpc>
                <a:spcPct val="120000"/>
              </a:lnSpc>
              <a:spcBef>
                <a:spcPts val="600"/>
              </a:spcBef>
              <a:spcAft>
                <a:spcPts val="0"/>
              </a:spcAft>
              <a:buNone/>
            </a:pPr>
            <a:r>
              <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rPr>
              <a:t>（2）依附在（…）上，你看看想穿哪一件？</a:t>
            </a:r>
            <a:endParaRPr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a:p>
            <a:pPr marL="0" marR="0" lvl="0" indent="0" algn="l" rtl="0">
              <a:lnSpc>
                <a:spcPct val="120000"/>
              </a:lnSpc>
              <a:spcBef>
                <a:spcPts val="600"/>
              </a:spcBef>
              <a:spcAft>
                <a:spcPts val="0"/>
              </a:spcAft>
              <a:buNone/>
            </a:pPr>
            <a:r>
              <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rPr>
              <a:t>（3）看，这是我妹妹（…）的，漂亮不漂亮？</a:t>
            </a:r>
            <a:endParaRPr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a:p>
            <a:pPr marL="0" marR="0" lvl="0" indent="0" algn="l" rtl="0">
              <a:lnSpc>
                <a:spcPct val="120000"/>
              </a:lnSpc>
              <a:spcBef>
                <a:spcPts val="600"/>
              </a:spcBef>
              <a:spcAft>
                <a:spcPts val="0"/>
              </a:spcAft>
              <a:buNone/>
            </a:pPr>
            <a:r>
              <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rPr>
              <a:t>（4）A:这是什么？</a:t>
            </a:r>
            <a:endParaRPr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a:p>
            <a:pPr marL="0" marR="0" lvl="0" indent="0" algn="l" rtl="0">
              <a:lnSpc>
                <a:spcPct val="120000"/>
              </a:lnSpc>
              <a:spcBef>
                <a:spcPts val="600"/>
              </a:spcBef>
              <a:spcAft>
                <a:spcPts val="0"/>
              </a:spcAft>
              <a:buNone/>
            </a:pPr>
            <a:r>
              <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rPr>
              <a:t>     B：送你的礼物，快（…）看看。</a:t>
            </a:r>
            <a:endParaRPr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a:p>
            <a:pPr marL="0" marR="0" lvl="0" indent="0" algn="l" rtl="0">
              <a:lnSpc>
                <a:spcPct val="120000"/>
              </a:lnSpc>
              <a:spcBef>
                <a:spcPts val="600"/>
              </a:spcBef>
              <a:spcAft>
                <a:spcPts val="0"/>
              </a:spcAft>
              <a:buNone/>
            </a:pPr>
            <a:r>
              <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rPr>
              <a:t>（5）A：今天我过了一个非常（…）的生日，谢谢爸爸、妈妈！</a:t>
            </a:r>
            <a:endParaRPr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a:p>
            <a:pPr marL="0" marR="0" lvl="0" indent="0" algn="l" rtl="0">
              <a:lnSpc>
                <a:spcPct val="120000"/>
              </a:lnSpc>
              <a:spcBef>
                <a:spcPts val="600"/>
              </a:spcBef>
              <a:spcAft>
                <a:spcPts val="0"/>
              </a:spcAft>
              <a:buNone/>
            </a:pPr>
            <a:r>
              <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rPr>
              <a:t>	B：不客气！我们都很爱你！</a:t>
            </a:r>
            <a:endPar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p:txBody>
      </p:sp>
      <p:grpSp>
        <p:nvGrpSpPr>
          <p:cNvPr id="934" name="Google Shape;934;p59"/>
          <p:cNvGrpSpPr/>
          <p:nvPr/>
        </p:nvGrpSpPr>
        <p:grpSpPr>
          <a:xfrm>
            <a:off x="1608202" y="924621"/>
            <a:ext cx="1089025" cy="556260"/>
            <a:chOff x="2534" y="2894"/>
            <a:chExt cx="1505" cy="876"/>
          </a:xfrm>
        </p:grpSpPr>
        <p:sp>
          <p:nvSpPr>
            <p:cNvPr id="935" name="Google Shape;935;p59"/>
            <p:cNvSpPr/>
            <p:nvPr/>
          </p:nvSpPr>
          <p:spPr>
            <a:xfrm>
              <a:off x="2534" y="2894"/>
              <a:ext cx="1505" cy="876"/>
            </a:xfrm>
            <a:prstGeom prst="roundRect">
              <a:avLst>
                <a:gd name="adj" fmla="val 16667"/>
              </a:avLst>
            </a:prstGeom>
            <a:solidFill>
              <a:srgbClr val="2F5496"/>
            </a:solidFill>
            <a:ln w="9525" cap="flat" cmpd="sng">
              <a:solidFill>
                <a:srgbClr val="2F54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936" name="Google Shape;936;p59"/>
            <p:cNvSpPr txBox="1"/>
            <p:nvPr/>
          </p:nvSpPr>
          <p:spPr>
            <a:xfrm>
              <a:off x="2854" y="3008"/>
              <a:ext cx="1185" cy="72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lt1"/>
                  </a:solidFill>
                  <a:latin typeface="华文楷体" panose="02010600040101010101" charset="-122"/>
                  <a:ea typeface="华文楷体" panose="02010600040101010101" charset="-122"/>
                  <a:cs typeface="华文楷体" panose="02010600040101010101" charset="-122"/>
                  <a:sym typeface="华文楷体" panose="02010600040101010101" charset="-122"/>
                </a:rPr>
                <a:t>忘</a:t>
              </a:r>
              <a:endParaRPr lang="en-US" sz="2400">
                <a:solidFill>
                  <a:schemeClr val="lt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grpSp>
        <p:nvGrpSpPr>
          <p:cNvPr id="937" name="Google Shape;937;p59"/>
          <p:cNvGrpSpPr/>
          <p:nvPr/>
        </p:nvGrpSpPr>
        <p:grpSpPr>
          <a:xfrm>
            <a:off x="5681459" y="909382"/>
            <a:ext cx="1284803" cy="556260"/>
            <a:chOff x="2534" y="2894"/>
            <a:chExt cx="1667" cy="876"/>
          </a:xfrm>
        </p:grpSpPr>
        <p:sp>
          <p:nvSpPr>
            <p:cNvPr id="938" name="Google Shape;938;p59"/>
            <p:cNvSpPr/>
            <p:nvPr/>
          </p:nvSpPr>
          <p:spPr>
            <a:xfrm>
              <a:off x="2534" y="2894"/>
              <a:ext cx="1505" cy="876"/>
            </a:xfrm>
            <a:prstGeom prst="roundRect">
              <a:avLst>
                <a:gd name="adj" fmla="val 16667"/>
              </a:avLst>
            </a:prstGeom>
            <a:solidFill>
              <a:srgbClr val="2F5496"/>
            </a:solidFill>
            <a:ln w="9525" cap="flat" cmpd="sng">
              <a:solidFill>
                <a:srgbClr val="2F54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939" name="Google Shape;939;p59"/>
            <p:cNvSpPr txBox="1"/>
            <p:nvPr/>
          </p:nvSpPr>
          <p:spPr>
            <a:xfrm>
              <a:off x="2696" y="2968"/>
              <a:ext cx="1505" cy="72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lt1"/>
                  </a:solidFill>
                  <a:latin typeface="华文楷体" panose="02010600040101010101" charset="-122"/>
                  <a:ea typeface="华文楷体" panose="02010600040101010101" charset="-122"/>
                  <a:cs typeface="华文楷体" panose="02010600040101010101" charset="-122"/>
                  <a:sym typeface="华文楷体" panose="02010600040101010101" charset="-122"/>
                </a:rPr>
                <a:t>打开</a:t>
              </a:r>
              <a:endParaRPr lang="en-US" sz="2400">
                <a:solidFill>
                  <a:schemeClr val="lt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grpSp>
        <p:nvGrpSpPr>
          <p:cNvPr id="940" name="Google Shape;940;p59"/>
          <p:cNvGrpSpPr/>
          <p:nvPr/>
        </p:nvGrpSpPr>
        <p:grpSpPr>
          <a:xfrm>
            <a:off x="7662265" y="929929"/>
            <a:ext cx="1205230" cy="556260"/>
            <a:chOff x="2534" y="2894"/>
            <a:chExt cx="1898" cy="876"/>
          </a:xfrm>
        </p:grpSpPr>
        <p:sp>
          <p:nvSpPr>
            <p:cNvPr id="941" name="Google Shape;941;p59"/>
            <p:cNvSpPr/>
            <p:nvPr/>
          </p:nvSpPr>
          <p:spPr>
            <a:xfrm>
              <a:off x="2534" y="2894"/>
              <a:ext cx="1505" cy="876"/>
            </a:xfrm>
            <a:prstGeom prst="roundRect">
              <a:avLst>
                <a:gd name="adj" fmla="val 16667"/>
              </a:avLst>
            </a:prstGeom>
            <a:solidFill>
              <a:srgbClr val="2F5496"/>
            </a:solidFill>
            <a:ln w="9525" cap="flat" cmpd="sng">
              <a:solidFill>
                <a:srgbClr val="2F54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942" name="Google Shape;942;p59"/>
            <p:cNvSpPr txBox="1"/>
            <p:nvPr/>
          </p:nvSpPr>
          <p:spPr>
            <a:xfrm>
              <a:off x="2927" y="2961"/>
              <a:ext cx="1505" cy="7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lt1"/>
                  </a:solidFill>
                  <a:latin typeface="华文楷体" panose="02010600040101010101" charset="-122"/>
                  <a:ea typeface="华文楷体" panose="02010600040101010101" charset="-122"/>
                  <a:cs typeface="华文楷体" panose="02010600040101010101" charset="-122"/>
                  <a:sym typeface="华文楷体" panose="02010600040101010101" charset="-122"/>
                </a:rPr>
                <a:t>画</a:t>
              </a:r>
              <a:endParaRPr lang="en-US" sz="2400">
                <a:solidFill>
                  <a:schemeClr val="lt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grpSp>
        <p:nvGrpSpPr>
          <p:cNvPr id="943" name="Google Shape;943;p59"/>
          <p:cNvGrpSpPr/>
          <p:nvPr/>
        </p:nvGrpSpPr>
        <p:grpSpPr>
          <a:xfrm>
            <a:off x="9724736" y="939800"/>
            <a:ext cx="955675" cy="556260"/>
            <a:chOff x="2534" y="2894"/>
            <a:chExt cx="1505" cy="876"/>
          </a:xfrm>
        </p:grpSpPr>
        <p:sp>
          <p:nvSpPr>
            <p:cNvPr id="944" name="Google Shape;944;p59"/>
            <p:cNvSpPr/>
            <p:nvPr/>
          </p:nvSpPr>
          <p:spPr>
            <a:xfrm>
              <a:off x="2534" y="2894"/>
              <a:ext cx="1505" cy="876"/>
            </a:xfrm>
            <a:prstGeom prst="roundRect">
              <a:avLst>
                <a:gd name="adj" fmla="val 16667"/>
              </a:avLst>
            </a:prstGeom>
            <a:solidFill>
              <a:srgbClr val="2F5496"/>
            </a:solidFill>
            <a:ln w="9525" cap="flat" cmpd="sng">
              <a:solidFill>
                <a:srgbClr val="2F54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945" name="Google Shape;945;p59"/>
            <p:cNvSpPr txBox="1"/>
            <p:nvPr/>
          </p:nvSpPr>
          <p:spPr>
            <a:xfrm>
              <a:off x="2910" y="2984"/>
              <a:ext cx="1129" cy="72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lt1"/>
                  </a:solidFill>
                  <a:latin typeface="华文楷体" panose="02010600040101010101" charset="-122"/>
                  <a:ea typeface="华文楷体" panose="02010600040101010101" charset="-122"/>
                  <a:cs typeface="华文楷体" panose="02010600040101010101" charset="-122"/>
                  <a:sym typeface="华文楷体" panose="02010600040101010101" charset="-122"/>
                </a:rPr>
                <a:t>床</a:t>
              </a:r>
              <a:endParaRPr lang="en-US" sz="2400">
                <a:solidFill>
                  <a:schemeClr val="lt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grpSp>
      <p:sp>
        <p:nvSpPr>
          <p:cNvPr id="946" name="Google Shape;946;p59"/>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950" name="Shape 950"/>
        <p:cNvGrpSpPr/>
        <p:nvPr/>
      </p:nvGrpSpPr>
      <p:grpSpPr>
        <a:xfrm>
          <a:off x="0" y="0"/>
          <a:ext cx="0" cy="0"/>
          <a:chOff x="0" y="0"/>
          <a:chExt cx="0" cy="0"/>
        </a:xfrm>
      </p:grpSpPr>
      <p:sp>
        <p:nvSpPr>
          <p:cNvPr id="951" name="Google Shape;951;p60"/>
          <p:cNvSpPr/>
          <p:nvPr/>
        </p:nvSpPr>
        <p:spPr>
          <a:xfrm>
            <a:off x="4571365" y="0"/>
            <a:ext cx="10039350" cy="624840"/>
          </a:xfrm>
          <a:prstGeom prst="rect">
            <a:avLst/>
          </a:prstGeom>
          <a:no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None/>
            </a:pPr>
            <a:r>
              <a:rPr lang="en-US" sz="2800" b="1">
                <a:solidFill>
                  <a:srgbClr val="002060"/>
                </a:solidFill>
                <a:latin typeface="楷体" panose="02010609060101010101" charset="-122"/>
                <a:ea typeface="楷体" panose="02010609060101010101" charset="-122"/>
                <a:cs typeface="楷体" panose="02010609060101010101" charset="-122"/>
                <a:sym typeface="楷体" panose="02010609060101010101" charset="-122"/>
              </a:rPr>
              <a:t>描述图片 </a:t>
            </a:r>
            <a:r>
              <a:rPr lang="en-US" sz="2800" b="1">
                <a:solidFill>
                  <a:srgbClr val="002060"/>
                </a:solidFill>
                <a:latin typeface="Times New Roman" panose="02020603050405020304"/>
                <a:ea typeface="Times New Roman" panose="02020603050405020304"/>
                <a:cs typeface="Times New Roman" panose="02020603050405020304"/>
                <a:sym typeface="Times New Roman" panose="02020603050405020304"/>
              </a:rPr>
              <a:t>Mô tả tranh</a:t>
            </a:r>
            <a:r>
              <a:rPr lang="en-US" sz="2400">
                <a:solidFill>
                  <a:srgbClr val="002060"/>
                </a:solidFill>
                <a:latin typeface="Times New Roman" panose="02020603050405020304"/>
                <a:ea typeface="Times New Roman" panose="02020603050405020304"/>
                <a:cs typeface="Times New Roman" panose="02020603050405020304"/>
                <a:sym typeface="Times New Roman" panose="02020603050405020304"/>
              </a:rPr>
              <a:t>.</a:t>
            </a:r>
            <a:endParaRPr lang="en-US" sz="2400">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2" name="Google Shape;952;p60"/>
          <p:cNvSpPr txBox="1"/>
          <p:nvPr/>
        </p:nvSpPr>
        <p:spPr>
          <a:xfrm>
            <a:off x="3278635" y="4979522"/>
            <a:ext cx="6916925" cy="71558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rPr>
              <a:t>大家高高兴兴地给他（        ）。</a:t>
            </a:r>
            <a:endParaRPr lang="en-US" sz="3200">
              <a:solidFill>
                <a:schemeClr val="dk1"/>
              </a:solidFill>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953" name="Google Shape;953;p60"/>
          <p:cNvPicPr preferRelativeResize="0"/>
          <p:nvPr/>
        </p:nvPicPr>
        <p:blipFill rotWithShape="1">
          <a:blip r:embed="rId2"/>
          <a:srcRect/>
          <a:stretch>
            <a:fillRect/>
          </a:stretch>
        </p:blipFill>
        <p:spPr>
          <a:xfrm>
            <a:off x="2769373" y="1461021"/>
            <a:ext cx="6653254" cy="3164194"/>
          </a:xfrm>
          <a:prstGeom prst="rect">
            <a:avLst/>
          </a:prstGeom>
          <a:noFill/>
          <a:ln>
            <a:noFill/>
          </a:ln>
        </p:spPr>
      </p:pic>
      <p:sp>
        <p:nvSpPr>
          <p:cNvPr id="954" name="Google Shape;954;p60"/>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958" name="Shape 958"/>
        <p:cNvGrpSpPr/>
        <p:nvPr/>
      </p:nvGrpSpPr>
      <p:grpSpPr>
        <a:xfrm>
          <a:off x="0" y="0"/>
          <a:ext cx="0" cy="0"/>
          <a:chOff x="0" y="0"/>
          <a:chExt cx="0" cy="0"/>
        </a:xfrm>
      </p:grpSpPr>
      <p:sp>
        <p:nvSpPr>
          <p:cNvPr id="959" name="Google Shape;959;p61"/>
          <p:cNvSpPr/>
          <p:nvPr/>
        </p:nvSpPr>
        <p:spPr>
          <a:xfrm>
            <a:off x="4571365" y="0"/>
            <a:ext cx="10039350" cy="624840"/>
          </a:xfrm>
          <a:prstGeom prst="rect">
            <a:avLst/>
          </a:prstGeom>
          <a:no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Clr>
                <a:srgbClr val="002060"/>
              </a:buClr>
              <a:buSzPts val="2800"/>
              <a:buFont typeface="楷体" panose="02010609060101010101" charset="-122"/>
              <a:buNone/>
            </a:pPr>
            <a:r>
              <a:rPr lang="en-US" sz="2800" b="1" i="0" u="none" strike="noStrike" cap="none">
                <a:solidFill>
                  <a:srgbClr val="002060"/>
                </a:solidFill>
                <a:latin typeface="楷体" panose="02010609060101010101" charset="-122"/>
                <a:ea typeface="楷体" panose="02010609060101010101" charset="-122"/>
                <a:cs typeface="楷体" panose="02010609060101010101" charset="-122"/>
                <a:sym typeface="楷体" panose="02010609060101010101" charset="-122"/>
              </a:rPr>
              <a:t>描述图片 </a:t>
            </a:r>
            <a:r>
              <a:rPr lang="en-US" sz="28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rPr>
              <a:t>Mô tả tranh</a:t>
            </a:r>
            <a:r>
              <a:rPr lang="en-US" sz="2400" b="0"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rPr>
              <a:t>.</a:t>
            </a:r>
            <a:endParaRPr lang="en-US" sz="2400" b="0"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60" name="Google Shape;960;p61"/>
          <p:cNvSpPr txBox="1"/>
          <p:nvPr/>
        </p:nvSpPr>
        <p:spPr>
          <a:xfrm>
            <a:off x="3141042" y="4868202"/>
            <a:ext cx="5909916" cy="71558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3200"/>
              <a:buFont typeface="楷体" panose="02010609060101010101" charset="-122"/>
              <a:buNone/>
            </a:pP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桌子上有电脑、杯子（  	 ）</a:t>
            </a:r>
            <a:r>
              <a:rPr lang="en-US" sz="3200">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a:t>
            </a:r>
            <a:endParaRPr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961" name="Google Shape;961;p61"/>
          <p:cNvPicPr preferRelativeResize="0"/>
          <p:nvPr/>
        </p:nvPicPr>
        <p:blipFill rotWithShape="1">
          <a:blip r:embed="rId2"/>
          <a:srcRect/>
          <a:stretch>
            <a:fillRect/>
          </a:stretch>
        </p:blipFill>
        <p:spPr>
          <a:xfrm>
            <a:off x="2622621" y="1274217"/>
            <a:ext cx="6946757" cy="3188453"/>
          </a:xfrm>
          <a:prstGeom prst="rect">
            <a:avLst/>
          </a:prstGeom>
          <a:noFill/>
          <a:ln>
            <a:noFill/>
          </a:ln>
        </p:spPr>
      </p:pic>
      <p:sp>
        <p:nvSpPr>
          <p:cNvPr id="962" name="Google Shape;962;p6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966" name="Shape 966"/>
        <p:cNvGrpSpPr/>
        <p:nvPr/>
      </p:nvGrpSpPr>
      <p:grpSpPr>
        <a:xfrm>
          <a:off x="0" y="0"/>
          <a:ext cx="0" cy="0"/>
          <a:chOff x="0" y="0"/>
          <a:chExt cx="0" cy="0"/>
        </a:xfrm>
      </p:grpSpPr>
      <p:sp>
        <p:nvSpPr>
          <p:cNvPr id="967" name="Google Shape;967;p62"/>
          <p:cNvSpPr/>
          <p:nvPr/>
        </p:nvSpPr>
        <p:spPr>
          <a:xfrm>
            <a:off x="4571365" y="0"/>
            <a:ext cx="10039350" cy="624840"/>
          </a:xfrm>
          <a:prstGeom prst="rect">
            <a:avLst/>
          </a:prstGeom>
          <a:no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Clr>
                <a:srgbClr val="002060"/>
              </a:buClr>
              <a:buSzPts val="2800"/>
              <a:buFont typeface="楷体" panose="02010609060101010101" charset="-122"/>
              <a:buNone/>
            </a:pPr>
            <a:r>
              <a:rPr lang="en-US" sz="2800" b="1" i="0" u="none" strike="noStrike" cap="none">
                <a:solidFill>
                  <a:srgbClr val="002060"/>
                </a:solidFill>
                <a:latin typeface="楷体" panose="02010609060101010101" charset="-122"/>
                <a:ea typeface="楷体" panose="02010609060101010101" charset="-122"/>
                <a:cs typeface="楷体" panose="02010609060101010101" charset="-122"/>
                <a:sym typeface="楷体" panose="02010609060101010101" charset="-122"/>
              </a:rPr>
              <a:t>描述图片 </a:t>
            </a:r>
            <a:r>
              <a:rPr lang="en-US" sz="28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rPr>
              <a:t>Mô tả tranh</a:t>
            </a:r>
            <a:r>
              <a:rPr lang="en-US" sz="2400" b="0"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rPr>
              <a:t>.</a:t>
            </a:r>
            <a:endParaRPr lang="en-US" sz="2400" b="0"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68" name="Google Shape;968;p62"/>
          <p:cNvSpPr txBox="1"/>
          <p:nvPr/>
        </p:nvSpPr>
        <p:spPr>
          <a:xfrm>
            <a:off x="1992838" y="4891828"/>
            <a:ext cx="8766602" cy="71558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3200"/>
              <a:buFont typeface="楷体" panose="02010609060101010101" charset="-122"/>
              <a:buNone/>
            </a:pP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爷爷过生日，爸爸给他做了（		）的面条儿。</a:t>
            </a:r>
            <a:endPar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969" name="Google Shape;969;p62"/>
          <p:cNvPicPr preferRelativeResize="0"/>
          <p:nvPr/>
        </p:nvPicPr>
        <p:blipFill rotWithShape="1">
          <a:blip r:embed="rId2"/>
          <a:srcRect/>
          <a:stretch>
            <a:fillRect/>
          </a:stretch>
        </p:blipFill>
        <p:spPr>
          <a:xfrm>
            <a:off x="2658955" y="1250591"/>
            <a:ext cx="6874090" cy="3215517"/>
          </a:xfrm>
          <a:prstGeom prst="rect">
            <a:avLst/>
          </a:prstGeom>
          <a:noFill/>
          <a:ln>
            <a:noFill/>
          </a:ln>
        </p:spPr>
      </p:pic>
      <p:sp>
        <p:nvSpPr>
          <p:cNvPr id="970" name="Google Shape;970;p6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974" name="Shape 974"/>
        <p:cNvGrpSpPr/>
        <p:nvPr/>
      </p:nvGrpSpPr>
      <p:grpSpPr>
        <a:xfrm>
          <a:off x="0" y="0"/>
          <a:ext cx="0" cy="0"/>
          <a:chOff x="0" y="0"/>
          <a:chExt cx="0" cy="0"/>
        </a:xfrm>
      </p:grpSpPr>
      <p:sp>
        <p:nvSpPr>
          <p:cNvPr id="975" name="Google Shape;975;p63"/>
          <p:cNvSpPr/>
          <p:nvPr/>
        </p:nvSpPr>
        <p:spPr>
          <a:xfrm>
            <a:off x="4571365" y="0"/>
            <a:ext cx="10039350" cy="624840"/>
          </a:xfrm>
          <a:prstGeom prst="rect">
            <a:avLst/>
          </a:prstGeom>
          <a:no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Clr>
                <a:srgbClr val="002060"/>
              </a:buClr>
              <a:buSzPts val="2800"/>
              <a:buFont typeface="楷体" panose="02010609060101010101" charset="-122"/>
              <a:buNone/>
            </a:pPr>
            <a:r>
              <a:rPr lang="en-US" sz="2800" b="1" i="0" u="none" strike="noStrike" cap="none">
                <a:solidFill>
                  <a:srgbClr val="002060"/>
                </a:solidFill>
                <a:latin typeface="楷体" panose="02010609060101010101" charset="-122"/>
                <a:ea typeface="楷体" panose="02010609060101010101" charset="-122"/>
                <a:cs typeface="楷体" panose="02010609060101010101" charset="-122"/>
                <a:sym typeface="楷体" panose="02010609060101010101" charset="-122"/>
              </a:rPr>
              <a:t>描述图片 </a:t>
            </a:r>
            <a:r>
              <a:rPr lang="en-US" sz="28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rPr>
              <a:t>Mô tả tranh</a:t>
            </a:r>
            <a:r>
              <a:rPr lang="en-US" sz="2400" b="0"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rPr>
              <a:t>.</a:t>
            </a:r>
            <a:endParaRPr lang="en-US" sz="2400" b="0"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76" name="Google Shape;976;p63"/>
          <p:cNvSpPr txBox="1"/>
          <p:nvPr/>
        </p:nvSpPr>
        <p:spPr>
          <a:xfrm>
            <a:off x="3355038" y="5098153"/>
            <a:ext cx="5898071" cy="71558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3200"/>
              <a:buFont typeface="楷体" panose="02010609060101010101" charset="-122"/>
              <a:buNone/>
            </a:pPr>
            <a:r>
              <a:rPr lang="en-US" sz="3200">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下班了，他（		) 在家休息</a:t>
            </a:r>
            <a:r>
              <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a:t>
            </a:r>
            <a:endParaRPr lang="en-US" sz="32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endParaRPr>
          </a:p>
        </p:txBody>
      </p:sp>
      <p:sp>
        <p:nvSpPr>
          <p:cNvPr id="977" name="Google Shape;977;p63"/>
          <p:cNvSpPr/>
          <p:nvPr/>
        </p:nvSpPr>
        <p:spPr>
          <a:xfrm rot="10800000" flipH="1">
            <a:off x="965200" y="889000"/>
            <a:ext cx="2000250" cy="50800"/>
          </a:xfrm>
          <a:prstGeom prst="mathMinus">
            <a:avLst>
              <a:gd name="adj1" fmla="val 100000"/>
            </a:avLst>
          </a:prstGeom>
          <a:solidFill>
            <a:srgbClr val="4472C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200"/>
              <a:buFont typeface="Calibri" panose="020F0502020204030204"/>
              <a:buNone/>
            </a:pPr>
            <a:endParaRPr sz="12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978" name="Google Shape;978;p63"/>
          <p:cNvPicPr preferRelativeResize="0"/>
          <p:nvPr/>
        </p:nvPicPr>
        <p:blipFill rotWithShape="1">
          <a:blip r:embed="rId2"/>
          <a:srcRect/>
          <a:stretch>
            <a:fillRect/>
          </a:stretch>
        </p:blipFill>
        <p:spPr>
          <a:xfrm>
            <a:off x="2355371" y="1247292"/>
            <a:ext cx="7481257" cy="3543369"/>
          </a:xfrm>
          <a:prstGeom prst="rect">
            <a:avLst/>
          </a:prstGeom>
          <a:noFill/>
          <a:ln>
            <a:noFill/>
          </a:ln>
        </p:spPr>
      </p:pic>
      <p:sp>
        <p:nvSpPr>
          <p:cNvPr id="979" name="Google Shape;979;p6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983" name="Shape 983"/>
        <p:cNvGrpSpPr/>
        <p:nvPr/>
      </p:nvGrpSpPr>
      <p:grpSpPr>
        <a:xfrm>
          <a:off x="0" y="0"/>
          <a:ext cx="0" cy="0"/>
          <a:chOff x="0" y="0"/>
          <a:chExt cx="0" cy="0"/>
        </a:xfrm>
      </p:grpSpPr>
      <p:sp>
        <p:nvSpPr>
          <p:cNvPr id="984" name="Google Shape;984;p64"/>
          <p:cNvSpPr/>
          <p:nvPr/>
        </p:nvSpPr>
        <p:spPr>
          <a:xfrm>
            <a:off x="1307147" y="243999"/>
            <a:ext cx="2068195" cy="715645"/>
          </a:xfrm>
          <a:prstGeom prst="doubleWave">
            <a:avLst>
              <a:gd name="adj1" fmla="val 6250"/>
              <a:gd name="adj2" fmla="val 0"/>
            </a:avLst>
          </a:prstGeom>
          <a:solidFill>
            <a:srgbClr val="B3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200"/>
              <a:buFont typeface="Calibri" panose="020F0502020204030204"/>
              <a:buNone/>
            </a:pPr>
            <a:endParaRPr sz="12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985" name="Google Shape;985;p64"/>
          <p:cNvSpPr/>
          <p:nvPr/>
        </p:nvSpPr>
        <p:spPr>
          <a:xfrm rot="10800000" flipH="1">
            <a:off x="965200" y="889000"/>
            <a:ext cx="2000250" cy="50800"/>
          </a:xfrm>
          <a:prstGeom prst="mathMinus">
            <a:avLst>
              <a:gd name="adj1" fmla="val 100000"/>
            </a:avLst>
          </a:prstGeom>
          <a:solidFill>
            <a:srgbClr val="4472C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200"/>
              <a:buFont typeface="Calibri" panose="020F0502020204030204"/>
              <a:buNone/>
            </a:pPr>
            <a:endParaRPr sz="12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986" name="Google Shape;986;p64"/>
          <p:cNvPicPr preferRelativeResize="0"/>
          <p:nvPr/>
        </p:nvPicPr>
        <p:blipFill rotWithShape="1">
          <a:blip r:embed="rId2"/>
          <a:srcRect/>
          <a:stretch>
            <a:fillRect/>
          </a:stretch>
        </p:blipFill>
        <p:spPr>
          <a:xfrm>
            <a:off x="0" y="-61277"/>
            <a:ext cx="1504315" cy="1558290"/>
          </a:xfrm>
          <a:prstGeom prst="rect">
            <a:avLst/>
          </a:prstGeom>
          <a:noFill/>
          <a:ln>
            <a:noFill/>
          </a:ln>
        </p:spPr>
      </p:pic>
      <p:sp>
        <p:nvSpPr>
          <p:cNvPr id="987" name="Google Shape;987;p64"/>
          <p:cNvSpPr txBox="1"/>
          <p:nvPr/>
        </p:nvSpPr>
        <p:spPr>
          <a:xfrm>
            <a:off x="1209453" y="295602"/>
            <a:ext cx="2460752" cy="5835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F3864"/>
              </a:buClr>
              <a:buSzPts val="3200"/>
              <a:buFont typeface="华文楷体" panose="02010600040101010101" charset="-122"/>
              <a:buNone/>
            </a:pPr>
            <a:r>
              <a:rPr lang="en-US" sz="3200" b="1" i="0" u="none" strike="noStrike" cap="none">
                <a:solidFill>
                  <a:srgbClr val="1F3864"/>
                </a:solidFill>
                <a:latin typeface="华文楷体" panose="02010600040101010101" charset="-122"/>
                <a:ea typeface="华文楷体" panose="02010600040101010101" charset="-122"/>
                <a:cs typeface="华文楷体" panose="02010600040101010101" charset="-122"/>
                <a:sym typeface="华文楷体" panose="02010600040101010101" charset="-122"/>
              </a:rPr>
              <a:t>练习 </a:t>
            </a:r>
            <a:r>
              <a:rPr lang="en-US" sz="2400" b="0" i="0" u="none" strike="noStrike" cap="none">
                <a:solidFill>
                  <a:srgbClr val="1F3864"/>
                </a:solidFill>
                <a:latin typeface="Times New Roman" panose="02020603050405020304"/>
                <a:ea typeface="Times New Roman" panose="02020603050405020304"/>
                <a:cs typeface="Times New Roman" panose="02020603050405020304"/>
                <a:sym typeface="Times New Roman" panose="02020603050405020304"/>
              </a:rPr>
              <a:t>luyện tập</a:t>
            </a:r>
            <a:endParaRPr sz="2400" b="0" i="0" u="none" strike="noStrike" cap="none">
              <a:solidFill>
                <a:srgbClr val="1F386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88" name="Google Shape;988;p64"/>
          <p:cNvSpPr/>
          <p:nvPr/>
        </p:nvSpPr>
        <p:spPr>
          <a:xfrm>
            <a:off x="815642" y="1089584"/>
            <a:ext cx="10560715" cy="226572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a:solidFill>
                  <a:srgbClr val="002060"/>
                </a:solidFill>
                <a:latin typeface="楷体" panose="02010609060101010101" charset="-122"/>
                <a:ea typeface="楷体" panose="02010609060101010101" charset="-122"/>
                <a:cs typeface="楷体" panose="02010609060101010101" charset="-122"/>
                <a:sym typeface="楷体" panose="02010609060101010101" charset="-122"/>
              </a:rPr>
              <a:t>三人一组,一人扮演过生日的人,两人扮演朋友,三人一起庆祝生日。朋友们说生日祝福、送礼物、问生日愿望。过生日的人表达想吃什么、想去哪儿玩,等等。</a:t>
            </a:r>
            <a:endParaRPr sz="2400" b="1">
              <a:solidFill>
                <a:srgbClr val="002060"/>
              </a:solidFill>
              <a:latin typeface="楷体" panose="02010609060101010101" charset="-122"/>
              <a:ea typeface="楷体" panose="02010609060101010101" charset="-122"/>
              <a:cs typeface="楷体" panose="02010609060101010101" charset="-122"/>
              <a:sym typeface="楷体" panose="02010609060101010101" charset="-122"/>
            </a:endParaRPr>
          </a:p>
          <a:p>
            <a:pPr marL="0" marR="0" lvl="0" indent="0" algn="l" rtl="0">
              <a:spcBef>
                <a:spcPts val="0"/>
              </a:spcBef>
              <a:spcAft>
                <a:spcPts val="0"/>
              </a:spcAft>
              <a:buNone/>
            </a:pPr>
            <a:r>
              <a:rPr lang="en-US" sz="2000">
                <a:solidFill>
                  <a:srgbClr val="002060"/>
                </a:solidFill>
                <a:latin typeface="Times New Roman" panose="02020603050405020304"/>
                <a:ea typeface="Times New Roman" panose="02020603050405020304"/>
                <a:cs typeface="Times New Roman" panose="02020603050405020304"/>
                <a:sym typeface="Times New Roman" panose="02020603050405020304"/>
              </a:rPr>
              <a:t>Ba người một nhóm, 1 người đóng vai người đón sinh nhật, hai người còn lại đóng vai bạn bè, và cả ba cùng nhau tổ chức sinh nhật. Những người bạn chúc mừng sinh nhật, tặng quà và hỏi nhau về những điều mình muốn. Người đón sinh nhật sẽ bày tỏ mình muốn ăn gì, muốn đi đâu, v.v.</a:t>
            </a:r>
            <a:endParaRPr lang="en-US" sz="2000">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989" name="Google Shape;989;p64"/>
          <p:cNvPicPr preferRelativeResize="0"/>
          <p:nvPr/>
        </p:nvPicPr>
        <p:blipFill rotWithShape="1">
          <a:blip r:embed="rId3"/>
          <a:srcRect/>
          <a:stretch>
            <a:fillRect/>
          </a:stretch>
        </p:blipFill>
        <p:spPr>
          <a:xfrm flipH="1">
            <a:off x="-72627" y="3142561"/>
            <a:ext cx="2341245" cy="3409315"/>
          </a:xfrm>
          <a:prstGeom prst="rect">
            <a:avLst/>
          </a:prstGeom>
          <a:noFill/>
          <a:ln>
            <a:noFill/>
          </a:ln>
        </p:spPr>
      </p:pic>
      <p:pic>
        <p:nvPicPr>
          <p:cNvPr id="990" name="Google Shape;990;p64"/>
          <p:cNvPicPr preferRelativeResize="0"/>
          <p:nvPr/>
        </p:nvPicPr>
        <p:blipFill rotWithShape="1">
          <a:blip r:embed="rId4"/>
          <a:srcRect/>
          <a:stretch>
            <a:fillRect/>
          </a:stretch>
        </p:blipFill>
        <p:spPr>
          <a:xfrm flipH="1">
            <a:off x="10217205" y="3001454"/>
            <a:ext cx="1878965" cy="3989705"/>
          </a:xfrm>
          <a:prstGeom prst="rect">
            <a:avLst/>
          </a:prstGeom>
          <a:noFill/>
          <a:ln>
            <a:noFill/>
          </a:ln>
        </p:spPr>
      </p:pic>
      <p:sp>
        <p:nvSpPr>
          <p:cNvPr id="991" name="Google Shape;991;p64"/>
          <p:cNvSpPr/>
          <p:nvPr/>
        </p:nvSpPr>
        <p:spPr>
          <a:xfrm>
            <a:off x="2438944" y="3588344"/>
            <a:ext cx="7607935" cy="2307894"/>
          </a:xfrm>
          <a:prstGeom prst="roundRect">
            <a:avLst>
              <a:gd name="adj" fmla="val 16667"/>
            </a:avLst>
          </a:prstGeom>
          <a:noFill/>
          <a:ln w="127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panose="020F050202020403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992" name="Google Shape;992;p64"/>
          <p:cNvSpPr txBox="1"/>
          <p:nvPr/>
        </p:nvSpPr>
        <p:spPr>
          <a:xfrm>
            <a:off x="3375342" y="3761605"/>
            <a:ext cx="7218045" cy="1961371"/>
          </a:xfrm>
          <a:prstGeom prst="rect">
            <a:avLst/>
          </a:prstGeom>
          <a:noFill/>
          <a:ln>
            <a:noFill/>
          </a:ln>
        </p:spPr>
        <p:txBody>
          <a:bodyPr spcFirstLastPara="1" wrap="square" lIns="91425" tIns="45700" rIns="91425" bIns="45700" anchor="t" anchorCtr="0">
            <a:spAutoFit/>
          </a:bodyPr>
          <a:lstStyle/>
          <a:p>
            <a:pPr marL="199390" marR="0" lvl="0" indent="0" algn="l" rtl="0">
              <a:lnSpc>
                <a:spcPct val="150000"/>
              </a:lnSpc>
              <a:spcBef>
                <a:spcPts val="0"/>
              </a:spcBef>
              <a:spcAft>
                <a:spcPts val="0"/>
              </a:spcAft>
              <a:buNone/>
            </a:pPr>
            <a:r>
              <a:rPr lang="en-US" sz="2800">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A：明明，今天是你的生日！</a:t>
            </a:r>
            <a:endParaRPr sz="2800">
              <a:solidFill>
                <a:schemeClr val="dk1"/>
              </a:solidFill>
              <a:latin typeface="Calibri" panose="020F0502020204030204"/>
              <a:ea typeface="Calibri" panose="020F0502020204030204"/>
              <a:cs typeface="Calibri" panose="020F0502020204030204"/>
              <a:sym typeface="Calibri" panose="020F0502020204030204"/>
            </a:endParaRPr>
          </a:p>
          <a:p>
            <a:pPr marL="199390" marR="0" lvl="0" indent="0" algn="l" rtl="0">
              <a:lnSpc>
                <a:spcPct val="150000"/>
              </a:lnSpc>
              <a:spcBef>
                <a:spcPts val="0"/>
              </a:spcBef>
              <a:spcAft>
                <a:spcPts val="0"/>
              </a:spcAft>
              <a:buNone/>
            </a:pPr>
            <a:r>
              <a:rPr lang="en-US" sz="2800">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rPr>
              <a:t>B：生日快乐！</a:t>
            </a:r>
            <a:endParaRPr sz="2800">
              <a:solidFill>
                <a:schemeClr val="dk1"/>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199390" marR="0" lvl="0" indent="0" algn="l" rtl="0">
              <a:lnSpc>
                <a:spcPct val="150000"/>
              </a:lnSpc>
              <a:spcBef>
                <a:spcPts val="0"/>
              </a:spcBef>
              <a:spcAft>
                <a:spcPts val="0"/>
              </a:spcAft>
              <a:buNone/>
            </a:pPr>
            <a:r>
              <a:rPr lang="en-US" sz="2800" b="0" i="0" u="none" strike="noStrike" cap="none">
                <a:solidFill>
                  <a:srgbClr val="000000"/>
                </a:solidFill>
                <a:latin typeface="楷体" panose="02010609060101010101" charset="-122"/>
                <a:ea typeface="楷体" panose="02010609060101010101" charset="-122"/>
                <a:cs typeface="楷体" panose="02010609060101010101" charset="-122"/>
                <a:sym typeface="楷体" panose="02010609060101010101" charset="-122"/>
              </a:rPr>
              <a:t>……</a:t>
            </a:r>
            <a:endParaRPr sz="2800" b="0" i="0" u="none" strike="noStrike" cap="none">
              <a:solidFill>
                <a:srgbClr val="0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p:txBody>
      </p:sp>
      <p:sp>
        <p:nvSpPr>
          <p:cNvPr id="993" name="Google Shape;993;p64"/>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997" name="Shape 997"/>
        <p:cNvGrpSpPr/>
        <p:nvPr/>
      </p:nvGrpSpPr>
      <p:grpSpPr>
        <a:xfrm>
          <a:off x="0" y="0"/>
          <a:ext cx="0" cy="0"/>
          <a:chOff x="0" y="0"/>
          <a:chExt cx="0" cy="0"/>
        </a:xfrm>
      </p:grpSpPr>
      <p:sp>
        <p:nvSpPr>
          <p:cNvPr id="998" name="Google Shape;998;p65"/>
          <p:cNvSpPr/>
          <p:nvPr/>
        </p:nvSpPr>
        <p:spPr>
          <a:xfrm>
            <a:off x="5416827" y="2325756"/>
            <a:ext cx="5128591" cy="3160643"/>
          </a:xfrm>
          <a:prstGeom prst="cloud">
            <a:avLst/>
          </a:prstGeom>
          <a:solidFill>
            <a:srgbClr val="B9C6E8"/>
          </a:solidFill>
          <a:ln w="12700" cap="flat" cmpd="sng">
            <a:solidFill>
              <a:srgbClr val="FD87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999" name="Google Shape;999;p65"/>
          <p:cNvSpPr txBox="1"/>
          <p:nvPr/>
        </p:nvSpPr>
        <p:spPr>
          <a:xfrm>
            <a:off x="6338680" y="2837479"/>
            <a:ext cx="4425398" cy="19389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00000"/>
              </a:buClr>
              <a:buSzPts val="7200"/>
              <a:buFont typeface="Arial" panose="020B0604020202020204"/>
              <a:buNone/>
            </a:pPr>
            <a:r>
              <a:rPr lang="en-US" sz="7200" b="1" i="0" u="none" strike="noStrike" cap="none">
                <a:solidFill>
                  <a:srgbClr val="C00000"/>
                </a:solidFill>
                <a:latin typeface="Arial" panose="020B0604020202020204"/>
                <a:ea typeface="Arial" panose="020B0604020202020204"/>
                <a:cs typeface="Arial" panose="020B0604020202020204"/>
                <a:sym typeface="Arial" panose="020B0604020202020204"/>
              </a:rPr>
              <a:t>  谢谢！</a:t>
            </a:r>
            <a:endParaRPr sz="7200" b="1" i="0" u="none" strike="noStrike" cap="none">
              <a:solidFill>
                <a:srgbClr val="C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C00000"/>
              </a:buClr>
              <a:buSzPts val="4800"/>
              <a:buFont typeface="Arial" panose="020B0604020202020204"/>
              <a:buNone/>
            </a:pPr>
            <a:r>
              <a:rPr lang="en-US" sz="4800" b="1">
                <a:solidFill>
                  <a:srgbClr val="C00000"/>
                </a:solidFill>
                <a:latin typeface="Arial" panose="020B0604020202020204"/>
                <a:ea typeface="Arial" panose="020B0604020202020204"/>
                <a:cs typeface="Arial" panose="020B0604020202020204"/>
                <a:sym typeface="Arial" panose="020B0604020202020204"/>
              </a:rPr>
              <a:t>Thank you!</a:t>
            </a:r>
            <a:endParaRPr sz="4800" b="1" i="0" u="none" strike="noStrike" cap="none">
              <a:solidFill>
                <a:srgbClr val="C00000"/>
              </a:solidFill>
              <a:latin typeface="Arial" panose="020B0604020202020204"/>
              <a:ea typeface="Arial" panose="020B0604020202020204"/>
              <a:cs typeface="Arial" panose="020B0604020202020204"/>
              <a:sym typeface="Arial" panose="020B0604020202020204"/>
            </a:endParaRPr>
          </a:p>
        </p:txBody>
      </p:sp>
      <p:sp>
        <p:nvSpPr>
          <p:cNvPr id="1000" name="Google Shape;1000;p6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axianggmee</a:t>
            </a:r>
            <a:endParaRPr lang="en-US"/>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6927</Words>
  <Application>WPS Presentation</Application>
  <PresentationFormat/>
  <Paragraphs>1169</Paragraphs>
  <Slides>56</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56</vt:i4>
      </vt:variant>
    </vt:vector>
  </HeadingPairs>
  <TitlesOfParts>
    <vt:vector size="70" baseType="lpstr">
      <vt:lpstr>Arial</vt:lpstr>
      <vt:lpstr>SimSun</vt:lpstr>
      <vt:lpstr>Wingdings</vt:lpstr>
      <vt:lpstr>Arial</vt:lpstr>
      <vt:lpstr>Calibri</vt:lpstr>
      <vt:lpstr>Times New Roman</vt:lpstr>
      <vt:lpstr>华文楷体</vt:lpstr>
      <vt:lpstr>Microsoft YaHei</vt:lpstr>
      <vt:lpstr>楷体</vt:lpstr>
      <vt:lpstr>Arial Unicode MS</vt:lpstr>
      <vt:lpstr>Times New Roman</vt:lpstr>
      <vt:lpstr>Google Sans Text</vt:lpstr>
      <vt:lpstr>Segoe Print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moon hà</cp:lastModifiedBy>
  <cp:revision>3</cp:revision>
  <dcterms:created xsi:type="dcterms:W3CDTF">2026-09-15T09:42:00Z</dcterms:created>
  <dcterms:modified xsi:type="dcterms:W3CDTF">2026-09-15T14:46:03Z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04DCA0FE151E4DA3BA492380DC83E06C_13</vt:lpwstr>
  </property>
</Properties>
</file>